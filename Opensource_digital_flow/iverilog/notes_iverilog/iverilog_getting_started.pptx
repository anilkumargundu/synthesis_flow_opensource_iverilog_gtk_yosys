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314" r:id="rId6"/>
    <p:sldId id="331" r:id="rId7"/>
    <p:sldId id="332" r:id="rId8"/>
    <p:sldId id="333" r:id="rId9"/>
    <p:sldId id="334" r:id="rId10"/>
    <p:sldId id="318" r:id="rId11"/>
    <p:sldId id="327" r:id="rId12"/>
    <p:sldId id="325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314"/>
            <p14:sldId id="331"/>
            <p14:sldId id="332"/>
            <p14:sldId id="333"/>
            <p14:sldId id="334"/>
            <p14:sldId id="318"/>
            <p14:sldId id="327"/>
            <p14:sldId id="325"/>
            <p14:sldId id="326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404040"/>
    <a:srgbClr val="D24726"/>
    <a:srgbClr val="FF9B45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27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22 633 24575,'-1'0'0,"1"0"0,-1 0 0,0 0 0,0 0 0,0 0 0,0 0 0,1 0 0,-1 1 0,0-1 0,0 0 0,1 0 0,-1 1 0,0-1 0,0 1 0,1-1 0,-1 1 0,0-1 0,1 1 0,-1-1 0,0 1 0,1-1 0,-1 1 0,1 0 0,-1-1 0,1 1 0,0 0 0,-1-1 0,1 1 0,-1 0 0,1 0 0,0 1 0,-1 1 0,1 0 0,0 0 0,0 0 0,0 0 0,0 1 0,0-1 0,1 0 0,-1 0 0,2 3 0,3 7 0,-1 0 0,2 0 0,8 15 0,-10-22 0,1 5 0,1-1 0,1-1 0,0 1 0,0-1 0,9 9 0,-14-17 0,-1 1 0,1-1 0,-1 0 0,1 1 0,0-1 0,-1 0 0,1 0 0,0 0 0,0-1 0,0 1 0,0 0 0,0-1 0,0 1 0,0-1 0,0 1 0,0-1 0,0 0 0,0 0 0,0 0 0,0 0 0,0 0 0,0-1 0,0 1 0,0-1 0,0 1 0,0-1 0,0 0 0,0 1 0,-1-1 0,1 0 0,0 0 0,0 0 0,-1-1 0,1 1 0,-1 0 0,2-2 0,22-22 0,-2-1 0,39-58 0,-11 15 0,-20 29 0,-15 17 0,1 2 0,1 0 0,23-21 0,-39 41 0,-1-1 0,1 1 0,-1-1 0,1 1 0,-1 0 0,1 0 0,0-1 0,0 1 0,0 0 0,-1 1 0,1-1 0,0 0 0,0 0 0,0 1 0,0-1 0,0 1 0,1 0 0,-1 0 0,0 0 0,0 0 0,0 0 0,0 0 0,0 0 0,0 1 0,0-1 0,0 1 0,0-1 0,0 1 0,0 0 0,0 0 0,0 0 0,0 0 0,-1 0 0,1 0 0,0 0 0,-1 1 0,1-1 0,-1 0 0,1 1 0,-1 0 0,0-1 0,0 1 0,1 0 0,-1 0 0,0-1 0,-1 1 0,1 0 0,1 4 0,3 8 0,-1 1 0,-1-1 0,0 1 0,0-1 0,-2 1 0,0 27 0,-1-21 0,2-1 0,5 35 0,-6-52 0,0 1 0,1-1 0,-1 0 0,1 1 0,0-1 0,0 0 0,0 0 0,0 0 0,0 0 0,1 0 0,-1-1 0,1 1 0,0-1 0,0 1 0,0-1 0,0 0 0,0 0 0,0-1 0,0 1 0,1-1 0,-1 1 0,1-1 0,-1 0 0,1 0 0,-1-1 0,1 1 0,0-1 0,-1 1 0,6-2 0,7 1 0,-1 0 0,1-2 0,-1 0 0,1 0 0,23-8 0,-15 3 0,-1-2 0,0 0 0,-1-1 0,0-1 0,0-1 0,-1-1 0,-1 0 0,0-2 0,23-22 0,-40 33 0,1 0 0,-1 1 0,0-1 0,0-1 0,0 1 0,-1 0 0,1-1 0,-1 1 0,0-1 0,-1 0 0,1 1 0,-1-1 0,0 0 0,0 0 0,0 0 0,0-7 0,-2 9 0,1 0 0,-1 0 0,1 0 0,-1 0 0,0 0 0,0 1 0,0-1 0,-1 0 0,1 1 0,-1-1 0,1 1 0,-1 0 0,0-1 0,0 1 0,0 0 0,0 0 0,0 0 0,0 0 0,-1 1 0,1-1 0,-1 0 0,1 1 0,-1 0 0,0 0 0,1-1 0,-1 2 0,0-1 0,0 0 0,-3 0 0,0 0 0,-1 0 0,0 1 0,1 0 0,-1 0 0,0 1 0,0 0 0,1 0 0,-1 0 0,1 1 0,-1 0 0,1 0 0,0 1 0,0-1 0,0 1 0,0 1 0,-10 7 0,3-2 0,0 1 0,1 0 0,1 1 0,0 0 0,0 1 0,-9 13 0,10-10 0,1 0 0,1 1 0,0 0 0,-9 27 0,14-35 0,1 1 0,0-1 0,0 1 0,0-1 0,1 1 0,1-1 0,-1 1 0,1 0 0,1-1 0,0 1 0,2 12 0,0-16 0,0 1 0,0-1 0,1 0 0,0 0 0,-1 0 0,2-1 0,-1 1 0,0-1 0,1 0 0,0-1 0,0 1 0,8 4 0,28 25 0,-23-11 0,0 1 0,-2 1 0,0 0 0,-2 1 0,-1 1 0,-1 1 0,-1-1 0,8 35 0,1 14 0,18 140 0,-35-196 0,-1 1 0,-1-1 0,-2 37 0,0-51 0,1 0 0,-1 0 0,0 0 0,-1 0 0,1 0 0,-1 0 0,0 0 0,0 0 0,-1-1 0,1 1 0,-1-1 0,0 0 0,0 0 0,0 0 0,-1 0 0,1 0 0,-1-1 0,0 1 0,-6 3 0,2-3 0,0 1 0,0-1 0,0-1 0,-1 1 0,1-1 0,-11 2 0,16-5 0,0 1 0,0-1 0,0 0 0,0 1 0,0-1 0,0 0 0,0-1 0,0 1 0,0-1 0,0 1 0,0-1 0,0 0 0,0 0 0,0 0 0,0 0 0,1-1 0,-1 1 0,0-1 0,1 0 0,-1 0 0,-3-4 0,1 1 0,1-1 0,0 0 0,0 0 0,1 0 0,0 0 0,0 0 0,0-1 0,1 0 0,-3-10 0,-8-68 0,12 77 0,-1-33 0,1 0 0,2-1 0,1 1 0,3 0 0,1 0 0,2 1 0,2 0 0,17-46 0,-2 23 0,2 2 0,3 0 0,2 2 0,52-70 0,-59 98 0,1 0 0,1 2 0,50-40 0,-62 54 0,-1 0 0,-1 0 0,0-1 0,0-1 0,-2 0 0,0-1 0,-1 0 0,-1 0 0,13-38 0,-7 8 0,-3-1 0,13-94 0,-24 133 0,0 0 0,0-1 0,-1 1 0,0 0 0,-3-20 0,3 28 0,-1 0 0,1 0 0,-1 0 0,0 1 0,1-1 0,-1 0 0,0 0 0,0 0 0,0 1 0,0-1 0,-1 0 0,1 1 0,0-1 0,-1 1 0,1-1 0,-1 1 0,1 0 0,-1 0 0,0 0 0,1 0 0,-1 0 0,0 0 0,0 0 0,0 0 0,0 1 0,0-1 0,0 1 0,0-1 0,0 1 0,0 0 0,0 0 0,0 0 0,0 0 0,0 0 0,0 0 0,-3 2 0,-2-1 0,1 1 0,0 1 0,0-1 0,0 1 0,0 0 0,0 0 0,1 1 0,-1-1 0,1 1 0,0 1 0,0-1 0,0 1 0,1 0 0,0 0 0,-4 5 0,-9 14 0,-27 49 0,29-43 0,2 0 0,0 1 0,2 1 0,2 0 0,1 0 0,1 1 0,1 0 0,-1 62 0,7-86 0,1-1 0,0 0 0,0 0 0,1 0 0,0 0 0,1 0 0,-1 0 0,2 0 0,-1-1 0,1 1 0,0-1 0,0 0 0,1 0 0,0-1 0,0 1 0,1-1 0,0 0 0,0-1 0,10 9 0,-5-7 0,0 0 0,1-1 0,-1 0 0,1-1 0,0 0 0,1-1 0,-1 0 0,1-1 0,-1 0 0,1-1 0,22 1 0,-27-3 0,0 0 0,0 0 0,0 0 0,0-1 0,0-1 0,0 1 0,0-1 0,0 0 0,8-5 0,-12 5 0,-1 0 0,0 0 0,0 0 0,0-1 0,0 1 0,0-1 0,0 0 0,0 0 0,-1 0 0,0 0 0,1-1 0,-1 1 0,0 0 0,-1-1 0,1 0 0,-1 1 0,1-1 0,-1 0 0,0 0 0,0-7 0,1 1 0,-1 1 0,-1-1 0,0-16 0,0 24 0,0 1 0,0-1 0,0 0 0,0 1 0,0-1 0,-1 1 0,1-1 0,0 0 0,-1 1 0,1-1 0,-1 1 0,0-1 0,1 1 0,-1 0 0,0-1 0,0 1 0,0 0 0,0-1 0,0 1 0,0 0 0,-1 0 0,1 0 0,0 0 0,0 0 0,-1 0 0,1 0 0,-1 1 0,1-1 0,-1 0 0,-1 0 0,2 1 0,-1 0 0,1 0 0,0 1 0,0-1 0,0 0 0,0 1 0,0-1 0,0 1 0,0-1 0,0 1 0,0 0 0,0-1 0,0 1 0,0 0 0,0-1 0,0 1 0,1 0 0,-1 0 0,0 0 0,1 0 0,-1 0 0,0 0 0,1 0 0,-1 0 0,1 0 0,0 0 0,-1 0 0,1 0 0,0 0 0,0 1 0,-1-1 0,1 0 0,0 0 0,0 0 0,0 0 0,0 0 0,1 2 0,3 44 0,-3-42 6,0 0 0,1 0-1,-1-1 1,1 1 0,0-1-1,1 1 1,-1-1 0,1 0 0,0 0-1,0 0 1,0 0 0,0-1-1,1 1 1,-1-1 0,1 0-1,0 0 1,0 0 0,0 0 0,1-1-1,7 4 1,0-2-218,0 0 0,0 0 0,1-2-1,0 1 1,-1-2 0,25 1 0,-13-1-6614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40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111 563 24575,'1'-7'0,"0"1"0,0 0 0,1-1 0,-1 1 0,4-7 0,5-26 0,-7 15 0,-1 0 0,-1 0 0,-2-1 0,0 1 0,-2 1 0,0-1 0,-2 0 0,0 1 0,-2 0 0,0 0 0,-2 0 0,-1 1 0,-15-27 0,0-11 0,21 47 0,-1 1 0,0 0 0,-7-13 0,12 25 0,0 0 0,-1 0 0,1 0 0,0 0 0,0 0 0,0 0 0,0-1 0,0 1 0,0 0 0,0 0 0,0 0 0,0 0 0,0 0 0,-1 0 0,1 0 0,0 0 0,0 0 0,0 0 0,0 0 0,0 0 0,0 0 0,0 0 0,0 0 0,0 0 0,-1 0 0,1 0 0,0 0 0,0 0 0,0 0 0,0 0 0,0 0 0,0 0 0,0 0 0,0 0 0,-1 0 0,1 0 0,0 0 0,0 0 0,0 1 0,0-1 0,0 0 0,0 0 0,0 0 0,0 0 0,0 0 0,0 0 0,0 0 0,0 0 0,0 0 0,0 0 0,0 1 0,-1-1 0,1 0 0,0 0 0,0 0 0,0 0 0,0 0 0,0 0 0,0 0 0,0 0 0,0 0 0,0 1 0,0-1 0,0 0 0,0 0 0,-3 14 0,0 16 0,5 353 0,2-350 0,2 0 0,1-1 0,1 1 0,18 42 0,-14-39 0,0 0 0,-3 0 0,6 39 0,-6 143 0,-5-74 0,-4-142 0,0-1 0,0 1 0,0-1 0,0 1 0,0-1 0,0 0 0,1 1 0,-1-1 0,0 0 0,1 1 0,-1-1 0,1 0 0,0 1 0,-1-1 0,1 0 0,1 2 0,-1-3 0,-1 0 0,1 0 0,-1 0 0,1 1 0,-1-1 0,1 0 0,-1 0 0,1 0 0,-1 0 0,1 0 0,-1 0 0,1 0 0,-1 0 0,1-1 0,-1 1 0,1 0 0,-1 0 0,1 0 0,-1 0 0,1-1 0,-1 1 0,1 0 0,-1-1 0,0 1 0,1 0 0,-1-1 0,1 1 0,-1-1 0,6-4 0,-1-1 0,0 0 0,-1 0 0,6-11 0,55-96 0,-16 26 0,63-85 0,-109 168 0,0 0 0,0 0 0,1 0 0,-1 0 0,1 0 0,0 1 0,0 0 0,0 0 0,0 0 0,1 0 0,-1 1 0,1 0 0,0 0 0,-1 0 0,1 0 0,0 1 0,0 0 0,0 0 0,6-1 0,-4 3 0,-1-1 0,1 1 0,-1 0 0,0 1 0,0-1 0,1 1 0,-1 1 0,0-1 0,-1 1 0,1 0 0,0 0 0,-1 1 0,0-1 0,9 9 0,-2-1 0,-1 2 0,0-1 0,0 2 0,12 20 0,-15-21 0,1 0 0,0-1 0,0 0 0,1-1 0,20 17 0,-28-26 0,0-1 0,0 1 0,0-1 0,0 0 0,0 0 0,0 0 0,0 0 0,0 0 0,1 0 0,-1 0 0,0-1 0,1 1 0,3-1 0,-4 0 0,-1 0 0,0 0 0,0-1 0,1 1 0,-1 0 0,0-1 0,0 1 0,0-1 0,1 0 0,-1 1 0,0-1 0,0 0 0,0 1 0,0-1 0,0 0 0,0 0 0,-1 0 0,3-2 0,1-5 0,0 0 0,-1 0 0,0 0 0,0 0 0,-1 0 0,3-12 0,6-22 0,-11 42 0,0 0 0,0 1 0,0-1 0,0 0 0,0 0 0,0 0 0,0 0 0,0 0 0,0 0 0,0 0 0,1 0 0,-1 0 0,0 0 0,0 0 0,0 0 0,0 0 0,0 1 0,0-1 0,0 0 0,0 0 0,0 0 0,0 0 0,0 0 0,0 0 0,0 0 0,0 0 0,0 0 0,0 0 0,0 0 0,0 0 0,1 0 0,-1 0 0,0 0 0,0 0 0,0 0 0,0 0 0,0 0 0,0 0 0,0 0 0,0 0 0,0 0 0,0 0 0,0 0 0,0 0 0,1 0 0,-1 0 0,0 0 0,0 0 0,0 0 0,0 0 0,0 0 0,0 0 0,0 0 0,0 0 0,0 0 0,0 0 0,0 0 0,0 0 0,0 0 0,0-1 0,0 1 0,0 0 0,1 0 0,1 12 0,0 17 0,-2 6 0,-1-19 0,0 1 0,2 0 0,4 28 0,-5-41 0,1-1 0,0 1 0,0 0 0,1 0 0,-1-1 0,1 1 0,-1-1 0,1 1 0,0-1 0,1 0 0,-1 0 0,1 0 0,-1 0 0,1 0 0,0 0 0,0-1 0,0 0 0,0 1 0,0-1 0,8 3 0,-6-2 0,1 0 0,-1-1 0,1 0 0,0 0 0,0-1 0,0 1 0,0-1 0,0 0 0,1-1 0,-1 0 0,0 0 0,0 0 0,0-1 0,0 0 0,0 0 0,0 0 0,0-1 0,0 0 0,0 0 0,0 0 0,-1-1 0,1 0 0,4-3 0,7-5 0,-1-1 0,0 0 0,-1-1 0,-1-1 0,0 0 0,0-1 0,-2 0 0,0-1 0,-1-1 0,0 0 0,10-24 0,-19 38 0,-1 0 0,0 0 0,0 0 0,0-1 0,0 1 0,-1 0 0,1-1 0,-1 1 0,0-1 0,0 1 0,0 0 0,0-1 0,-1 1 0,1-1 0,-1 1 0,0 0 0,0-1 0,0 1 0,0 0 0,-1 0 0,1 0 0,-1 0 0,0 0 0,-3-3 0,3 4 0,0 0 0,-1 0 0,0 0 0,0 0 0,1 0 0,-1 0 0,0 1 0,0 0 0,0-1 0,-1 1 0,1 1 0,0-1 0,0 0 0,-1 1 0,1-1 0,0 1 0,0 0 0,-1 0 0,1 0 0,0 1 0,-1-1 0,1 1 0,0 0 0,0 0 0,-4 1 0,1 1 0,0 0 0,0 0 0,0 1 0,0 0 0,1 0 0,0 0 0,0 1 0,0-1 0,0 1 0,1 1 0,0-1 0,0 0 0,0 1 0,1 0 0,0 0 0,-3 7 0,-2 4 0,2 0 0,0 1 0,1 0 0,-5 30 0,8-34 0,1-1 0,0 0 0,2 1 0,-1-1 0,1 0 0,1 0 0,1 0 0,0 0 0,0 0 0,1 0 0,1-1 0,11 23 0,20 40 0,-6-15 0,-2 1 0,20 67 0,-41-103 0,5 43 0,-11-60 0,0 0 0,-1 0 0,1 0 0,-2 0 0,1 0 0,-1 0 0,-1-1 0,1 1 0,-5 11 0,5-16 0,0-1 0,0-1 0,0 1 0,0 0 0,0 0 0,-1 0 0,1 0 0,-1-1 0,1 1 0,-1-1 0,0 1 0,0-1 0,1 0 0,-1 0 0,0 1 0,0-1 0,0-1 0,0 1 0,0 0 0,-1 0 0,1-1 0,0 1 0,0-1 0,0 0 0,-1 0 0,1 1 0,0-2 0,0 1 0,-1 0 0,1 0 0,-2-1 0,1 0 0,0 0 0,0 0 0,0 0 0,0 0 0,0 0 0,0-1 0,0 0 0,1 1 0,-1-1 0,0 0 0,1 0 0,0-1 0,-1 1 0,1 0 0,0-1 0,0 1 0,1-1 0,-1 0 0,0 1 0,1-1 0,-2-5 0,-2-10 0,1-1 0,1 1 0,1-1 0,0 0 0,2 1 0,0-1 0,3-20 0,2-3 0,2 1 0,14-46 0,-15 66 0,1-1 0,0 2 0,2-1 0,0 1 0,2 0 0,0 1 0,1 0 0,1 1 0,0 0 0,2 1 0,0 1 0,24-20 0,-3 9 0,2 3 0,1 1 0,56-25 0,-88 45 0,0-1 0,0 0 0,0 0 0,-1-1 0,0 0 0,0 0 0,0 0 0,0-1 0,-1 0 0,0 0 0,0 0 0,-1 0 0,8-15 0,-8 11 0,0-1 0,0 0 0,-2 0 0,1-1 0,-1 1 0,-1 0 0,0-1 0,-1 1 0,0-13 0,0 3 0,0 4 0,-1 1 0,-3-23 0,4 36 0,-1 1 0,1-1 0,-1 0 0,1 1 0,-1-1 0,0 1 0,0 0 0,0-1 0,0 1 0,-1 0 0,1-1 0,0 1 0,-1 0 0,0 0 0,1 0 0,-1 1 0,0-1 0,0 0 0,0 1 0,0-1 0,-1 1 0,-1-2 0,2 3 0,1 0 0,-1-1 0,1 1 0,-1 0 0,1 0 0,-1 1 0,0-1 0,1 0 0,-1 0 0,1 1 0,-1-1 0,1 1 0,-1-1 0,1 1 0,0 0 0,-1-1 0,1 1 0,0 0 0,-1 0 0,1 0 0,0 0 0,0 0 0,0 0 0,0 1 0,0-1 0,0 0 0,0 1 0,0-1 0,1 0 0,-1 1 0,0 1 0,-5 7 0,2 1 0,-8 22 0,11-30 0,-26 92 0,5 1 0,4 1 0,4 0 0,5 1 0,3 114 0,5-207 0,1 0 0,1 1 0,-1-1 0,1 0 0,0 0 0,0-1 0,0 1 0,4 8 0,-4-11 0,0-1 0,0 0 0,0 0 0,0 0 0,0 0 0,0 0 0,0 0 0,0 0 0,0 0 0,1 0 0,-1 0 0,0-1 0,0 1 0,1-1 0,-1 1 0,1-1 0,-1 1 0,0-1 0,1 0 0,-1 1 0,1-1 0,-1 0 0,1 0 0,-1 0 0,1 0 0,-1 0 0,1-1 0,-1 1 0,1 0 0,-1-1 0,0 1 0,1-1 0,1-1 0,9-1 0,-1 0 0,1 0 0,0 2 0,0-1 0,0 1 0,0 1 0,0 0 0,-1 1 0,1 0 0,0 0 0,23 8 0,20 0-1365,-31-6-5461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3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736 169 24575,'-5'0'0,"-1"-1"0,-1 1 0,0 0 0,0 0 0,1 1 0,-1 0 0,0 0 0,1 0 0,-1 1 0,1 0 0,-1 0 0,1 1 0,-11 6 0,-30 26 0,1 3 0,2 1 0,-44 51 0,-18 16 0,66-69 0,10-11 0,1 0 0,2 3 0,0 0 0,2 1 0,-23 38 0,36-43 0,1-1 0,-14 48 0,12-29 0,9-33 0,1 0 0,0 1 0,1-1 0,0 0 0,0 1 0,2 0 0,-1-1 0,1 1 0,2 18 0,0-22 0,0 0 0,0 0 0,0 0 0,1-1 0,0 1 0,1-1 0,-1 1 0,1-1 0,0 0 0,1-1 0,0 1 0,-1-1 0,2 1 0,-1-2 0,7 6 0,18 14 0,58 48 0,-37-28 0,1-3 0,3-2 0,99 54 0,-30-19 0,-99-59 0,0-2 0,0-1 0,1-1 0,41 12 0,-23-8 0,61 31 0,-55-23 0,-37-18 0,1 0 0,0-1 0,0 0 0,0-1 0,0-1 0,21 1 0,92-5 0,-50-1 0,-51 2 0,0 0 0,1-2 0,41-9 0,12 1 0,-69 11 0,0 0 0,1-1 0,-1-1 0,0 0 0,0-1 0,0 0 0,-1 0 0,1-1 0,-1 0 0,0-1 0,0 0 0,14-10 0,-9 1 0,0-1 0,-1-1 0,15-20 0,13-15 0,59-66 0,-88 99 0,-1 0 0,-1 0 0,0-1 0,-2-1 0,9-23 0,24-71 0,26-81 0,-62 163 0,-2 0 0,0 0 0,-3 0 0,0 0 0,-7-56 0,4 70 0,0 0 0,-1 0 0,-1 1 0,-1-1 0,0 1 0,-2 0 0,0 0 0,0 1 0,-2 0 0,0 1 0,0-1 0,-18-19 0,-39-54 0,37 49 0,-42-47 0,46 60 0,8 7 0,-1 1 0,-1 1 0,-1 1 0,-1 0 0,-30-19 0,40 30 0,-4-3 0,1 1 0,-1 0 0,0 1 0,-1 1 0,0 0 0,0 1 0,0 1 0,-1 0 0,-18-1 0,-43 1 0,-85 6 0,134 0 0,0 1 0,1 2 0,-1 1 0,1 1 0,0 1 0,-35 16 0,1 10-1365,43-24-5461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4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1042 1 24575,'-1'42'0,"-1"0"0,-3-1 0,-1 1 0,-2-1 0,-24 76 0,-403 935 0,382-940 0,21-48 0,3 1 0,2 2 0,-21 86 0,8-15 0,2-4 0,19-68 0,-31 74 0,26-80 0,-26 106 0,-24 122 0,58-230 0,11-39 0,0-1 0,-12 28 0,5-26-1365,-1-8-5461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5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24575,'12'142'0,"1"-7"0,-12-13 0,2 32 0,-3-153 0,0 1 0,0-1 0,0 1 0,1 0 0,-1-1 0,0 1 0,1-1 0,-1 1 0,1 0 0,0-1 0,0 1 0,-1-1 0,1 0 0,0 1 0,0-1 0,0 0 0,0 0 0,1 1 0,-1-1 0,0 0 0,0 0 0,1 0 0,-1 0 0,0-1 0,1 1 0,-1 0 0,1-1 0,2 2 0,2-1 0,0 0 0,0-1 0,0 1 0,-1-1 0,1 0 0,0-1 0,7-1 0,26-4 0,0-3 0,-1-1 0,42-18 0,115-55 0,-122 49 0,87-38 0,347-139 0,-434 188-1365,-19 10-5461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6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1314 24575,'0'0'0,"-1"0"0,1 1 0,0-1 0,0 0 0,0 1 0,0-1 0,0 0 0,0 1 0,0-1 0,0 0 0,0 1 0,0-1 0,1 0 0,-1 1 0,0-1 0,0 0 0,0 1 0,0-1 0,0 0 0,1 0 0,-1 1 0,0-1 0,0 0 0,0 0 0,1 1 0,-1-1 0,0 0 0,0 0 0,1 0 0,-1 1 0,0-1 0,0 0 0,1 0 0,-1 0 0,0 0 0,1 0 0,-1 1 0,0-1 0,1 0 0,-1 0 0,0 0 0,1 0 0,-1 0 0,0 0 0,1 0 0,-1 0 0,0 0 0,1 0 0,-1-1 0,0 1 0,1 0 0,-1 0 0,0 0 0,1 0 0,-1 0 0,0-1 0,0 1 0,1 0 0,-1 0 0,0 0 0,0-1 0,1 1 0,-1 0 0,0-1 0,20-18 0,-1-8 0,-1-2 0,28-58 0,19-71 0,-53 126 0,135-418 0,-45 126 0,-97 309 0,0-3 0,1-1 0,1 2 0,1-1 0,0 1 0,1 0 0,1 1 0,14-18 0,-23 32 0,0 1 0,1-1 0,-1 0 0,1 1 0,-1-1 0,1 1 0,0-1 0,0 1 0,-1 0 0,1 0 0,0 0 0,0 0 0,0 0 0,1 0 0,-1 0 0,0 1 0,0-1 0,0 1 0,4-1 0,-4 2 0,0-1 0,0 1 0,0-1 0,0 1 0,0 0 0,-1 0 0,1 0 0,0 0 0,-1 0 0,1 0 0,-1 1 0,1-1 0,-1 0 0,1 1 0,-1-1 0,0 1 0,2 2 0,3 7 0,0 1 0,-1-1 0,0 1 0,-1 0 0,4 18 0,3 22 0,-3 0 0,4 86 0,-13 110 0,-1-124 0,0 470 0,-3-561-1365,-1-46-5461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6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24575,'0'-4'0,"9"-3"0,13 2 0,21 0 0,26 1 0,34 2 0,37-3 0,36-2 0,21 1 0,0 2 0,-15 1 0,-29 1 0,-31 1 0,-28 1 0,-29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7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142 329 24575,'0'652'0,"-4"-636"0,-3-26 0,-9-35 0,-16-69 0,5-2 0,6 0 0,-13-227 0,34 329 0,-1 0 0,1-1 0,1 1 0,1 0 0,0 1 0,1-1 0,7-24 0,-7 33 0,0-1 0,0 1 0,0 0 0,0 0 0,1 0 0,0 0 0,0 0 0,0 1 0,0-1 0,1 1 0,0 1 0,0-1 0,0 0 0,0 1 0,0 0 0,1 1 0,0-1 0,-1 1 0,12-3 0,2 1 0,0 0 0,24 0 0,12-3 0,4-1-682,117 1-1,-147 8-6143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09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75 24575,'-1'6'0,"1"0"0,1 0 0,-1 0 0,1 0 0,0 0 0,1 0 0,-1 0 0,5 9 0,-5-13 0,1 1 0,0 0 0,0 0 0,0-1 0,0 1 0,0-1 0,1 0 0,-1 0 0,1 0 0,-1 0 0,1 0 0,0 0 0,0-1 0,0 1 0,0-1 0,0 0 0,5 2 0,16 2 0,1-1 0,0-1 0,0-1 0,0-1 0,0-1 0,0-1 0,0-2 0,0 0 0,43-12 0,-65 14 0,1 0 0,-1 0 0,0 0 0,0-1 0,1 1 0,-1-1 0,0 0 0,0 1 0,-1-1 0,1-1 0,0 1 0,-1 0 0,1-1 0,-1 0 0,0 1 0,1-1 0,-1 0 0,-1 0 0,1 0 0,0 0 0,-1 0 0,2-6 0,-2 6 0,-1 0 0,1 0 0,-1 0 0,0 0 0,0 0 0,0-1 0,-1 1 0,1 0 0,-1 0 0,0 0 0,1 0 0,-1 0 0,-1 0 0,1 0 0,0 0 0,-1 1 0,1-1 0,-1 0 0,0 1 0,0-1 0,0 1 0,0 0 0,0-1 0,-1 1 0,-2-2 0,-1 0 0,-1-1 0,1 1 0,-1 1 0,0-1 0,0 1 0,0 0 0,0 1 0,0-1 0,-1 2 0,1-1 0,-11 0 0,5 1 0,0 1 0,1 0 0,-1 1 0,0 1 0,1 0 0,-18 5 0,8 1 0,0 0 0,1 1 0,0 1 0,0 1 0,1 1 0,0 1 0,-19 16 0,18-10 0,0 1 0,1 0 0,1 1 0,-25 37 0,35-45 0,1 0 0,1 0 0,0 1 0,1 0 0,0 1 0,1-1 0,0 1 0,2 0 0,0 0 0,-2 16 0,5-26 0,0 1 0,0-1 0,0 0 0,1 0 0,0 0 0,0 1 0,0-1 0,0 0 0,1 0 0,0 0 0,0-1 0,0 1 0,1 0 0,-1-1 0,1 0 0,0 1 0,1-1 0,4 5 0,4 1 0,0-1 0,1 0 0,0 0 0,25 11 0,18 12 0,-39-22 0,-1-1 0,1-1 0,0 0 0,1-2 0,0 0 0,26 6 0,117 12 0,-134-21 0,261 23 0,-202-23 0,123-11 0,-160 3 0,0-3 0,-1-2 0,89-29 0,-104 26 0,-2-1 0,1-1 0,-2-2 0,0-1 0,-1-1 0,36-32 0,-48 35 0,0 0 0,22-30 0,-33 38 0,0 0 0,-1 0 0,0 0 0,0-1 0,-1 0 0,0 0 0,-1 0 0,5-16 0,-8 23 0,0 1 0,0-1 0,1 1 0,-1-1 0,0 1 0,0 0 0,-1-1 0,1 1 0,0-1 0,0 1 0,-1-1 0,1 1 0,0-1 0,-1 1 0,0 0 0,1-1 0,-1 1 0,0 0 0,0 0 0,1 0 0,-1-1 0,0 1 0,0 0 0,0 0 0,-1 0 0,1 0 0,0 0 0,0 1 0,0-1 0,-1 0 0,1 1 0,0-1 0,-1 0 0,1 1 0,-1 0 0,1-1 0,0 1 0,-1 0 0,1 0 0,-1 0 0,1 0 0,-1 0 0,-1 0 0,-9 0 0,1 1 0,-1 0 0,1 0 0,-14 5 0,20-5 0,-72 18 0,-128 49 0,170-53 0,0 2 0,-36 23 0,54-28 0,-1 0 0,2 1 0,0 0 0,1 1 0,-21 25 0,31-33 0,1 1 0,0 0 0,0 0 0,1 0 0,0 0 0,0 0 0,1 1 0,0-1 0,0 1 0,0-1 0,1 1 0,0 14 0,1-18 0,0-1 0,0 0 0,0 1 0,1-1 0,0 1 0,-1-1 0,1 0 0,0 1 0,0-1 0,1 0 0,-1 0 0,1 0 0,-1 0 0,1 0 0,0 0 0,0-1 0,1 1 0,-1 0 0,0-1 0,1 0 0,0 1 0,-1-1 0,1 0 0,0-1 0,0 1 0,0 0 0,0-1 0,0 0 0,1 1 0,-1-1 0,4 0 0,6 1 0,0-1 0,0 0 0,0-1 0,1-1 0,-1 0 0,0-1 0,0 0 0,-1-1 0,1 0 0,0-1 0,-1-1 0,0 0 0,0-1 0,0 0 0,14-10 0,2-3 0,0-1 0,-1-1 0,-2-2 0,42-46 0,132-179 0,-195 243 0,21-25 0,-24 29 0,-1 1 0,1-1 0,-1 1 0,1-1 0,-1 1 0,1-1 0,-1 1 0,1-1 0,-1 1 0,1 0 0,0-1 0,-1 1 0,1 0 0,0-1 0,0 1 0,-1 0 0,1 0 0,0 0 0,-1 0 0,1-1 0,0 1 0,0 0 0,-1 0 0,1 1 0,0-1 0,0 0 0,-1 0 0,1 0 0,0 0 0,-1 1 0,1-1 0,0 0 0,-1 1 0,1-1 0,0 0 0,-1 1 0,1-1 0,-1 1 0,1-1 0,-1 1 0,1-1 0,-1 1 0,1 0 0,5 10 0,-2 1 0,1-1 0,-1 1 0,-1 0 0,-1 0 0,1 0 0,-2 1 0,1 12 0,5 27 0,-1-21 0,1-1 0,1 0 0,2-1 0,1 0 0,1 0 0,2-1 0,0-1 0,2 0 0,1-1 0,26 30 0,-38-50 0,0-1 0,0 0 0,1 0 0,0-1 0,-1 1 0,2-1 0,-1 0 0,0-1 0,1 0 0,13 5 0,-17-7 0,-1-1 0,1 1 0,-1-1 0,1 0 0,0 0 0,-1 0 0,1 0 0,0-1 0,-1 1 0,1-1 0,-1 1 0,1-1 0,0 0 0,-1 0 0,0 0 0,1 0 0,-1 0 0,0-1 0,1 1 0,-1-1 0,0 0 0,0 1 0,0-1 0,0 0 0,-1 0 0,1 0 0,-1 0 0,1-1 0,-1 1 0,1 0 0,-1-1 0,1-4 0,22-58-1365,-15 33-5461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1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2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1 560 24575,'1'-5'0,"0"0"0,1 0 0,0 1 0,0-1 0,0 1 0,0-1 0,6-6 0,-2 1 0,107-153 0,-60 91 0,-29 37-195,1 1 0,2 2 0,1 0 0,1 2 0,2 1 0,39-29 0,-39 38-6631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2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24575,'0'-3'0,"0"1"0,1 0 0,-1 0 0,1-1 0,-1 1 0,1 0 0,0 0 0,0 0 0,0 0 0,0 0 0,1 0 0,-1 0 0,0 0 0,1 0 0,-1 0 0,1 1 0,0-1 0,0 1 0,-1-1 0,1 1 0,0 0 0,0-1 0,0 1 0,0 0 0,1 0 0,-1 1 0,0-1 0,0 0 0,1 1 0,-1-1 0,3 1 0,11-3 0,0 1 0,1 1 0,23 1 0,-20 0 0,3-1 0,120 3 0,-140-2 0,-1 0 0,1 0 0,-1 1 0,0-1 0,1 1 0,-1-1 0,1 1 0,-1 0 0,0 0 0,0 0 0,1 0 0,-1 0 0,0 0 0,0 1 0,0-1 0,0 1 0,0-1 0,-1 1 0,1 0 0,0-1 0,-1 1 0,1 0 0,1 4 0,-2-3 0,0 1 0,-1-1 0,1 1 0,-1-1 0,1 1 0,-1-1 0,0 1 0,0-1 0,-1 1 0,1 0 0,-1-1 0,0 1 0,0-1 0,0 0 0,-2 6 0,-37 77 76,25-57-797,-20 57 1,27-55-6106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4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0 889 24575,'0'-4'0,"1"0"0,-1 0 0,1 0 0,0 1 0,0-1 0,0 0 0,1 0 0,-1 1 0,1-1 0,0 1 0,0-1 0,2-2 0,35-39 0,-13 18 0,83-95 0,42-50 0,-128 142 0,-1-2 0,-1 0 0,-2 0 0,14-37 0,-32 67 0,0 0 0,-1 0 0,1 1 0,0-1 0,0 0 0,0 0 0,0 1 0,1-1 0,-1 0 0,0 1 0,4-3 0,-5 4 0,0 0 0,1 0 0,-1 0 0,0 0 0,1 0 0,-1 0 0,0 0 0,1 0 0,-1 0 0,0 0 0,0 0 0,1 1 0,-1-1 0,0 0 0,1 0 0,-1 0 0,0 0 0,0 1 0,1-1 0,-1 0 0,0 0 0,0 1 0,1-1 0,-1 0 0,0 0 0,0 1 0,0-1 0,0 0 0,1 1 0,-1-1 0,0 0 0,0 1 0,0-1 0,0 0 0,0 1 0,0-1 0,0 0 0,0 1 0,1 7 0,0-1 0,0 1 0,-1-1 0,0 15 0,-9 54 0,2-12 0,0 80 0,7-140 0,0-1 0,0 1 0,1-1 0,-1 1 0,1-1 0,0 1 0,0-1 0,0 1 0,0-1 0,0 0 0,1 0 0,-1 1 0,1-1 0,0 0 0,0 0 0,0-1 0,1 1 0,2 3 0,-1-4 0,-1 0 0,1 0 0,0 0 0,0 0 0,0-1 0,0 1 0,0-1 0,0 0 0,1 0 0,-1-1 0,0 1 0,1-1 0,-1 0 0,7-1 0,8 0 0,0-2 0,0 0 0,-1-2 0,1 0 0,-1-1 0,0 0 0,0-2 0,-1 0 0,0-1 0,-1-1 0,0 0 0,0-1 0,-1-1 0,-1 0 0,18-19 0,3-8 0,-2-1 0,-1-1 0,-2-2 0,33-64 0,-47 77 0,22-60 0,-33 74 0,0 0 0,-1-1 0,0 0 0,-1 0 0,0-24 0,-3 39 0,0 1 0,0-1 0,0 1 0,0-1 0,0 1 0,0-1 0,-1 1 0,1-1 0,-1 1 0,1-1 0,-1 1 0,0-3 0,0 4 0,1 0 0,0-1 0,-1 1 0,1 0 0,0 0 0,0 0 0,-1-1 0,1 1 0,0 0 0,-1 0 0,1 0 0,0 0 0,-1 0 0,1 0 0,-1 0 0,1 0 0,0 0 0,-1 0 0,1 0 0,0 0 0,-1 0 0,1 0 0,0 0 0,-1 0 0,1 0 0,0 0 0,-1 0 0,1 0 0,0 1 0,-1-1 0,1 0 0,-1 0 0,-2 3 0,0-1 0,0 1 0,1 0 0,-1 0 0,0 0 0,1 0 0,0 0 0,-3 6 0,-23 41 0,3 1 0,1 2 0,-16 56 0,31-77 0,1-1 0,1 2 0,2-1 0,1 1 0,1 0 0,4 59 0,0-81 14,1 0-1,0-1 0,0 1 0,1-1 1,1 1-1,-1-1 0,2 0 1,5 10-1,-7-15-96,0 0 1,0-1-1,1 1 1,-1-1-1,1 0 1,0 0-1,0 0 1,1 0-1,-1-1 1,1 0-1,-1 1 1,1-2-1,0 1 1,1-1-1,-1 1 1,0-2-1,6 3 1,9-1-6744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5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24575,'6'-9'0,"5"-3"0,-11 12 0,0 0 0,0 0 0,1 0 0,-1 0 0,0 0 0,0 0 0,1 0 0,-1 0 0,0 0 0,0 0 0,1 0 0,-1 0 0,0 0 0,1 0 0,-1 0 0,0 0 0,0 0 0,1 0 0,-1 0 0,0 0 0,0 1 0,1-1 0,-1 0 0,0 0 0,0 0 0,0 0 0,1 1 0,-1-1 0,0 0 0,0 0 0,0 1 0,0-1 0,0 0 0,1 0 0,-1 1 0,0-1 0,0 0 0,0 0 0,0 1 0,0-1 0,0 0 0,0 0 0,0 1 0,0-1 0,0 0 0,0 1 0,0-1 0,0 0 0,0 0 0,0 1 0,4 29 0,-4-24 0,1 1 0,0-1 0,0 0 0,1 1 0,3 10 0,-5-17 0,0 0 0,0 0 0,0 0 0,0 0 0,0 0 0,0 1 0,0-1 0,0 0 0,0 0 0,0 0 0,0 0 0,0 0 0,0 1 0,0-1 0,0 0 0,1 0 0,-1 0 0,0 0 0,0 0 0,0 0 0,0 0 0,0 1 0,0-1 0,0 0 0,0 0 0,0 0 0,1 0 0,-1 0 0,0 0 0,0 0 0,0 0 0,0 0 0,0 0 0,1 0 0,-1 0 0,0 0 0,0 1 0,0-1 0,0 0 0,0 0 0,1 0 0,-1 0 0,0 0 0,0-1 0,0 1 0,0 0 0,0 0 0,0 0 0,1 0 0,-1 0 0,0 0 0,0 0 0,0 0 0,0 0 0,0 0 0,0 0 0,1 0 0,-1 0 0,0-1 0,0 1 0,0 0 0,0 0 0,0 0 0,0 0 0,5-15 0,-1-21 0,-3 0 0,-2 23 0,1 1 0,1-1 0,0 0 0,1 1 0,5-21 0,-6 30 0,0 0 0,1 0 0,-1 0 0,1 0 0,0 0 0,0 1 0,0-1 0,0 0 0,0 1 0,0-1 0,1 1 0,-1 0 0,1 0 0,0 0 0,0 0 0,-1 0 0,1 1 0,0-1 0,1 1 0,-1 0 0,0 0 0,0 0 0,0 0 0,1 0 0,-1 1 0,4-1 0,-3 1 0,1 0 0,-1-1 0,1 1 0,-1 1 0,0-1 0,1 1 0,-1-1 0,0 1 0,0 1 0,1-1 0,-1 0 0,0 1 0,0 0 0,0 0 0,-1 0 0,5 3 0,-2 1 0,0-1 0,0 1 0,-1 0 0,0 1 0,0 0 0,0-1 0,5 13 0,-8-15 0,0-1 0,0 1 0,0-1 0,1 0 0,-1 0 0,1 0 0,5 5 0,-8-8 0,1 1 0,-1-1 0,0 0 0,1 0 0,-1 0 0,0 0 0,1 1 0,-1-1 0,0 0 0,1 0 0,-1 0 0,0 0 0,1 0 0,-1 0 0,1 0 0,-1 0 0,0 0 0,1 0 0,-1 0 0,0 0 0,1 0 0,-1 0 0,0 0 0,1 0 0,-1-1 0,0 1 0,1 0 0,-1 0 0,0 0 0,1-1 0,-1 1 0,1-1 0,0-1 0,0 1 0,0-1 0,-1 1 0,1-1 0,0 1 0,-1-1 0,0 1 0,1-1 0,-1 0 0,0 1 0,0-3 0,3-36 0,-3 29 0,0 0 0,1 0 0,0 0 0,1 0 0,5-17 0,-6 25 0,0 0 0,1 1 0,-1-1 0,1 0 0,0 1 0,-1-1 0,1 1 0,0 0 0,1 0 0,-1-1 0,0 1 0,0 1 0,1-1 0,0 0 0,-1 1 0,1-1 0,0 1 0,-1 0 0,1-1 0,0 1 0,0 1 0,0-1 0,0 0 0,0 1 0,4-1 0,-5 1 0,0 0 0,0 0 0,0 0 0,0 0 0,0 0 0,0 0 0,-1 1 0,1-1 0,0 1 0,0-1 0,0 1 0,0 0 0,-1-1 0,1 1 0,0 0 0,0 0 0,-1 0 0,1 1 0,2 1 0,-2 0 0,0 0 0,0 0 0,0 0 0,0 0 0,0 0 0,-1 1 0,1-1 0,-1 0 0,0 1 0,1 3 0,0 10 0,0-1 0,0 1 0,-3 29 0,1-35 0,-1 6-227,0 1-1,-1-1 1,-1 1-1,-1-1 1,-10 30-1,2-19-6598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6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24575,'0'-3'0,"1"1"0,0 0 0,0-1 0,-1 1 0,1 0 0,1 0 0,-1 0 0,0-1 0,0 1 0,1 0 0,-1 1 0,1-1 0,0 0 0,0 0 0,-1 1 0,1-1 0,4-2 0,37-21 0,-36 21 0,0 1 0,0 0 0,0 1 0,0 0 0,1 0 0,-1 1 0,0-1 0,1 2 0,8-1 0,-13 1 0,0 0 0,-1 0 0,1 1 0,0-1 0,-1 1 0,1-1 0,0 1 0,-1 0 0,1 0 0,-1 0 0,1 0 0,-1 1 0,0-1 0,0 1 0,1-1 0,-1 1 0,0 0 0,0 0 0,0 0 0,-1 0 0,1 0 0,0 0 0,-1 1 0,0-1 0,1 0 0,-1 1 0,1 3 0,2 7 0,-1-1 0,-1 1 0,0 0 0,-1 0 0,0 0 0,-1 0 0,0 0 0,-1 0 0,-1 0 0,0-1 0,-1 1 0,0 0 0,-1-1 0,0 0 0,-1 0 0,0 0 0,-1 0 0,0-1 0,-10 13 0,14-22 0,1 0 0,-1 0 0,1 0 0,0 0 0,0 0 0,0 0 0,0 0 0,0 0 0,1 0 0,-1 0 0,1 0 0,-1 1 0,1 1 0,0-2 0,1-1 0,-1 0 0,1 0 0,-1 1 0,1-1 0,0 0 0,-1 0 0,1 0 0,0 0 0,0 0 0,0 0 0,0 0 0,0 0 0,0 0 0,0 0 0,0-1 0,1 1 0,-1 0 0,0-1 0,0 1 0,1-1 0,-1 0 0,0 1 0,1-1 0,-1 0 0,2 1 0,29 6 0,1-2 0,0 0 0,67-1 0,-55-3 0,752-19-1365,-727 14-5461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19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788 26 24575,'-1'-1'0,"0"0"0,0 0 0,0-1 0,1 1 0,-1 0 0,-1 0 0,1 0 0,0 1 0,0-1 0,0 0 0,0 0 0,-1 1 0,1-1 0,0 0 0,0 1 0,-1-1 0,1 1 0,-1 0 0,1 0 0,0-1 0,-1 1 0,1 0 0,-2 0 0,0 0 0,-25-5 0,-1 2 0,1 2 0,-1 0 0,-29 4 0,-116 20 0,147-19 0,-5 2 0,0 2 0,0 0 0,1 2 0,0 2 0,1 0 0,0 3 0,1 0 0,1 1 0,-27 22 0,48-34 0,2 1 0,-1-1 0,0 1 0,1 1 0,-8 9 0,12-13 0,0 0 0,0-1 0,0 1 0,0 0 0,0 0 0,0 0 0,1 0 0,-1 1 0,1-1 0,-1 0 0,1 0 0,0 0 0,0 0 0,0 0 0,0 1 0,0-1 0,1 0 0,-1 0 0,1 0 0,-1 0 0,1 0 0,1 3 0,6 13 0,0 2 0,-1-1 0,-1 1 0,-1 0 0,-1 0 0,-1 0 0,2 31 0,-7 134 0,2 69 0,2-227 0,0-1 0,1 0 0,2 0 0,1 0 0,0 0 0,2-1 0,1 0 0,1-1 0,2 0 0,0 0 0,25 35 0,125 128 0,-122-129 0,-27-38 0,0-1 0,27 29 0,-35-42 0,1-1 0,-1 0 0,1-1 0,0 1 0,1-1 0,-1 0 0,1-1 0,0 0 0,0 0 0,0 0 0,0-1 0,11 3 0,6-3 0,-1 0 0,1-2 0,-1 0 0,1-2 0,-1-1 0,32-7 0,-12 3 0,0 2 0,1 2 0,55 4 0,37-1 0,-127-2 0,1 1 0,0-2 0,0 1 0,-1-1 0,1-1 0,-1 0 0,0 0 0,0-1 0,15-10 0,-1-2 0,0-1 0,22-23 0,-34 29 0,0 0 0,-1 0 0,-1-1 0,0 0 0,-1-1 0,11-24 0,29-95 0,-8 19 0,-35 101 0,-1 0 0,0-1 0,-1 1 0,0-1 0,1-23 0,-4-71 0,-1 65 0,-2 17 0,0 1 0,-2 0 0,0 0 0,-2 1 0,-1-1 0,-17-37 0,10 24 0,7 23 0,0 0 0,-1 0 0,-1 1 0,0 0 0,0 1 0,-25-23 0,-15-20 0,33 34 0,-31-30 0,40 44 0,-1 1 0,1 1 0,-1 0 0,0 0 0,-1 0 0,1 1 0,-12-4 0,-20-7 0,20 7 0,-1 1 0,-32-8 0,17 6 0,0-2 0,-39-17 0,-8-4 0,7 9 0,-1 3 0,-110-16 0,74 15-1365,94 20-5461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21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849 1 24575,'0'12'0,"2"1"0,4 22 0,2 10 0,3 340 0,-33-1 0,-130 925-564,66-867 528,52-313 336,-66 167 0,89-263-300,1 0 0,2 0 0,1 1 0,1 0 0,3 0 0,-1 46 0,-40 318 0,-37-9 0,66-317 0,10-38 0,-3 0 0,-1 0 0,-1-1 0,-17 36 0,26-67 0,1-1 0,-1 1 0,0-1 0,1 1 0,-1-1 0,0 0 0,0 1 0,0-1 0,0 0 0,0 0 0,-1 0 0,1 0 0,0 0 0,0 0 0,-1 0 0,1 0 0,-1 0 0,1-1 0,0 1 0,-1 0 0,1-1 0,-3 1 0,3-1 0,-1-1 0,0 1 0,1 0 0,-1-1 0,1 1 0,-1-1 0,1 1 0,-1-1 0,1 0 0,-1 0 0,1 0 0,-1 0 0,1 0 0,0 0 0,0 0 0,0 0 0,-2-2 0,-4-6 0,0 0 0,1-1 0,1 1 0,-1-1 0,-3-12 0,-10-32 0,3-1 0,2-1 0,-8-72 0,4 24 0,17 102 0,0-10 0,-1 1 0,-1 0 0,0 0 0,0 0 0,-1 0 0,0 0 0,-12-19 0,16 30 0,0 0 0,0 0 0,-1 0 0,1 0 0,0 0 0,0-1 0,0 1 0,0 0 0,-1 0 0,1 0 0,0 0 0,0 0 0,0 0 0,0 0 0,-1 0 0,1 0 0,0 0 0,0 0 0,0 0 0,-1 0 0,1 0 0,0 0 0,0 0 0,0 0 0,0 0 0,-1 0 0,1 0 0,0 0 0,0 0 0,0 0 0,-1 0 0,1 1 0,0-1 0,0 0 0,0 0 0,0 0 0,0 0 0,-1 0 0,1 0 0,0 1 0,0-1 0,0 0 0,0 0 0,0 0 0,0 0 0,0 1 0,0-1 0,-1 0 0,1 0 0,0 0 0,0 0 0,0 1 0,0-1 0,0 0 0,0 0 0,0 0 0,0 1 0,0-1 0,0 0 0,-3 15 0,2 9 0,0 1 0,2-1 0,0 1 0,8 36 0,28 97 0,28 27 0,-29-93 0,-27-67 0,-3-6 0,1 0 0,1 0 0,12 20 0,-18-35 0,1 0 0,-1 0 0,1 0 0,0 0 0,1 0 0,-1-1 0,1 0 0,-1 0 0,1 0 0,0 0 0,0 0 0,0-1 0,0 1 0,1-1 0,-1-1 0,1 1 0,-1 0 0,8 0 0,10 0 0,0 0 0,-1-2 0,1-1 0,0-1 0,-1-1 0,1 0 0,-1-2 0,0 0 0,0-2 0,35-15 0,-16 3 0,-2-2 0,0-1 0,-1-2 0,45-39 0,-26 12-1365,-36 33-5461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22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590 28 24575,'0'-2'0,"-1"1"0,0 0 0,1-1 0,-1 1 0,0 0 0,0-1 0,0 1 0,0 0 0,0 0 0,0 0 0,0 0 0,0 0 0,0 0 0,0 0 0,-1 0 0,1 1 0,0-1 0,-1 0 0,1 1 0,0-1 0,-1 1 0,1 0 0,-1-1 0,1 1 0,-1 0 0,1 0 0,-2 0 0,-43-4 0,44 4 0,-1 0 0,0 0 0,0 1 0,1 0 0,-1-1 0,0 1 0,1 0 0,-1 0 0,0 1 0,1-1 0,-1 0 0,1 1 0,0-1 0,0 1 0,-1 0 0,-2 4 0,1-1 0,0-1 0,1 1 0,0 1 0,0-1 0,0 0 0,1 1 0,-4 9 0,2-1 0,1 1 0,1-1 0,0 1 0,0-1 0,2 28 0,0-39 0,0 0 0,1 0 0,0 0 0,-1 0 0,1 0 0,0 0 0,0 0 0,1 0 0,-1 0 0,0-1 0,1 1 0,0 0 0,0-1 0,2 4 0,35 24 0,-6-6 0,-10-3 0,-13-14 0,0 2 0,-1-1 0,0 1 0,-1 1 0,12 15 0,-19-23 0,1 1 0,-1 0 0,0 0 0,1 0 0,-1 0 0,0 0 0,-1 0 0,1 0 0,-1 0 0,1 0 0,-1 0 0,0 0 0,0 0 0,0 1 0,0-1 0,-1 0 0,0 0 0,1 0 0,-1 0 0,0 0 0,0 0 0,-1 0 0,1 0 0,0 0 0,-1-1 0,0 1 0,-2 3 0,-3 2 0,0 0 0,-1-1 0,0 1 0,0-2 0,0 1 0,-1-1 0,0 0 0,0-1 0,-16 8 0,-11 1 0,-50 13 0,41-14 0,32-9 0,-37 13 0,0-3 0,0-2 0,-55 5 0,99-16-195,0-1 0,0 0 0,0 0 0,0-1 0,0 0 0,-6-1 0,-5-4-6631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22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2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12 24575,'0'-5'0,"5"-1"0,1 5 0,0 12 0,-6 9 0,-3 10 0,-5 9 0,-2 3 0,1-1 0,2-3 0,3-4 0,-4-2 0,0-7-8191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23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30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1 239 24575,'12'140'0,"0"-13"0,-8 351 0,-5-347 0,0-295 0,13-380 0,7 209 0,-19 333 0,0-1 0,1 1 0,-1-1 0,0 1 0,1 0 0,-1-1 0,1 1 0,0 0 0,0-1 0,0 1 0,0 0 0,1 0 0,-1 0 0,0 0 0,1 0 0,-1 0 0,1 0 0,0 0 0,0 1 0,0-1 0,0 0 0,0 1 0,0 0 0,0 0 0,0-1 0,5 0 0,2-1 0,0 2 0,0-1 0,1 1 0,-1 1 0,18 0 0,17-1 0,-15-3 0,-16 1 0,1 2 0,-1-1 0,22 2 0,-31 1 0,1-1 0,0 1 0,-1 0 0,1 0 0,-1 1 0,1 0 0,-1-1 0,1 2 0,-1-1 0,0 0 0,0 1 0,0-1 0,-1 1 0,5 4 0,3 5 0,1 1 0,-2 0 0,0 0 0,-1 1 0,0 0 0,-1 1 0,0 0 0,-2 0 0,0 1 0,0-1 0,-1 2 0,-1-1 0,-1 0 0,-1 1 0,0-1 0,-1 1 0,0 0 0,-4 29 0,2-42 0,0 0 0,0 0 0,0 0 0,-1-1 0,1 1 0,-1 0 0,0-1 0,0 0 0,0 1 0,-1-1 0,1 0 0,-1 0 0,0 0 0,0 0 0,0-1 0,0 1 0,0-1 0,-5 3 0,-9 5 0,0-1 0,-29 11 0,12-6 0,10-3 0,-1-2 0,0 0 0,0-2 0,-49 8 0,51-9 0,14-1 0,9-5 0,0 0 0,0 1 0,0-1 0,0 0 0,0 0 0,0 0 0,0 0 0,0 0 0,0 1 0,0-1 0,0 0 0,0 0 0,0 0 0,0 0 0,0 0 0,0 1 0,0-1 0,0 0 0,0 0 0,0 0 0,0 0 0,0 0 0,0 0 0,0 1 0,0-1 0,1 0 0,-1 0 0,0 0 0,0 0 0,0 0 0,0 0 0,0 0 0,0 0 0,0 0 0,1 1 0,-1-1 0,0 0 0,0 0 0,0 0 0,0 0 0,0 0 0,1 0 0,-1 0 0,0 0 0,0 0 0,0 0 0,0 0 0,0 0 0,1 0 0,-1 0 0,24 4 0,0-1 0,1-1 0,-1-1 0,32-2 0,-6 0 0,436-16 0,-478 16 0,-1 0 0,1 0 0,0 1 0,-1 0 0,1 0 0,0 1 0,12 3 0,-18-3 0,1 0 0,-1 0 0,0 0 0,1 1 0,-1-1 0,0 1 0,0-1 0,0 1 0,0 0 0,0 0 0,-1 0 0,1 0 0,0 0 0,-1 0 0,0 1 0,1-1 0,-1 0 0,0 1 0,0-1 0,-1 1 0,1-1 0,0 1 0,-1-1 0,1 1 0,-1 4 0,0 39 0,-1-37 0,1 0 0,0 0 0,0 1 0,1-1 0,2 11 0,-2-18 0,0 0 0,-1 0 0,1 0 0,0 1 0,0-1 0,0 0 0,1 0 0,-1-1 0,0 1 0,1 0 0,-1 0 0,1-1 0,0 1 0,-1-1 0,1 1 0,0-1 0,0 0 0,0 1 0,0-1 0,0 0 0,0 0 0,1-1 0,-1 1 0,0 0 0,3 0 0,9 1 0,-1 0 0,1-1 0,-1 0 0,21-2 0,-30 1 0,-1 0 0,0-1 0,1 1 0,-1 0 0,0-1 0,0 0 0,1 0 0,-1 0 0,0 0 0,0 0 0,0-1 0,0 0 0,0 1 0,0-1 0,-1 0 0,1 0 0,-1 0 0,1-1 0,-1 1 0,0-1 0,1 1 0,-1-1 0,1-3 0,-2 4 0,0 0 0,0 0 0,-1-1 0,1 1 0,-1 0 0,0 0 0,1-1 0,-1 1 0,0 0 0,0-1 0,-1 1 0,1 0 0,0 0 0,-1-1 0,1 1 0,-1 0 0,0 0 0,0 0 0,0 0 0,0 0 0,0 0 0,0 0 0,-1 0 0,1 0 0,0 0 0,-1 1 0,0-1 0,1 0 0,-1 1 0,-2-2 0,-6-3 0,1 0 0,-2 1 0,1 0 0,-21-7 0,-1-1 0,31 13 0,0-1 0,0 1 0,0-1 0,0 0 0,0 1 0,0-1 0,0 0 0,0 0 0,0 1 0,0-1 0,0 0 0,0 0 0,1 0 0,-1 0 0,0 0 0,1 0 0,-1 0 0,0-1 0,1 1 0,0 0 0,-1 0 0,1 0 0,0 0 0,-1-1 0,1 1 0,0 0 0,0 0 0,0-1 0,0 1 0,0 0 0,0 0 0,1-1 0,-1 1 0,0 0 0,1 0 0,-1 0 0,0-1 0,1 1 0,0 0 0,-1 0 0,1 0 0,0 0 0,-1 0 0,2-1 0,5-7 0,1 1 0,-1 0 0,1 0 0,11-8 0,-7 6 0,28-26 0,-2-1 0,-2-2 0,62-85 0,-93 114 0,0 1 0,0-1 0,-1 0 0,-1 0 0,1 0 0,-2-1 0,1 1 0,-1-1 0,0-11 0,-2 18 0,0 0 0,0 0 0,0 0 0,-1-1 0,1 1 0,-1 0 0,0 0 0,0 0 0,-1 0 0,1 1 0,-4-7 0,3 8 0,1-1 0,-1 1 0,0 0 0,0 0 0,0 0 0,0 1 0,0-1 0,-1 0 0,1 1 0,0-1 0,-1 1 0,0 0 0,1 0 0,-1 0 0,1 0 0,-1 0 0,0 1 0,-4-2 0,5 2 0,0 0 0,0 0 0,0 0 0,0 0 0,0 0 0,0 0 0,0 1 0,0-1 0,1 1 0,-1-1 0,0 1 0,0 0 0,0-1 0,1 1 0,-1 0 0,0 0 0,1 0 0,-1 1 0,1-1 0,-1 0 0,1 0 0,-1 1 0,1-1 0,0 1 0,0-1 0,0 1 0,0 0 0,0-1 0,0 1 0,0 0 0,1 0 0,-1 0 0,1 0 0,-1-1 0,1 1 0,0 0 0,-1 3 0,0 1 0,1-1 0,0 1 0,-1 0 0,2 0 0,-1 0 0,1 0 0,0 0 0,0-1 0,0 1 0,1 0 0,3 6 0,4 3 0,2 0 0,-1-2 0,2 1 0,0-1 0,0-1 0,1 0 0,15 10 0,21 21 0,88 98 0,-117-117 0,-1 1 0,-1 1 0,-1 1 0,17 36 0,13 49 0,-47-111 0,0 1 0,1-1 0,0 1 0,-1-1 0,1 0 0,0 1 0,0-1 0,0 0 0,0 1 0,0-1 0,0 0 0,0 0 0,0 0 0,0 0 0,1 0 0,1 1 0,-2-2 0,-1 0 0,1 0 0,0 0 0,0 0 0,0 0 0,-1 0 0,1 0 0,0 0 0,0 0 0,0 0 0,0 0 0,-1 0 0,1 0 0,0-1 0,0 1 0,-1 0 0,1-1 0,0 1 0,0-1 0,-1 1 0,1-1 0,0 0 0,2-2 0,0 0 0,0-1 0,0 1 0,0-1 0,-1 1 0,0-1 0,0 0 0,0 0 0,0 0 0,1-5 0,7-31 0,-2-1 0,-2 0 0,2-45 0,-4 35 0,12-302 0,-19 520 0,0-40 0,18 189 0,-14-306 0,1 1 0,1-1 0,0 0 0,0-1 0,1 1 0,0 0 0,0-1 0,1 0 0,1 0 0,10 13 0,-14-19 0,0 0 0,1-1 0,-1 1 0,1-1 0,0 0 0,0 1 0,-1-1 0,2-1 0,-1 1 0,0 0 0,0-1 0,0 0 0,1 0 0,-1 0 0,1 0 0,-1 0 0,1 0 0,-1-1 0,1 0 0,-1 0 0,1 0 0,-1 0 0,1 0 0,-1-1 0,1 0 0,-1 0 0,1 0 0,-1 0 0,0 0 0,1 0 0,-1-1 0,0 0 0,5-3 0,17-13-1365,-3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30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1 201 24575,'4'-5'0,"12"-1"0,11-5 0,16-4 0,9-5 0,6-4 0,6-2 0,-2 3 0,-8 1 0,-8 5 0,-12 0 0,-12 2-8191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33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1421 150 24575,'0'-1'0,"0"0"0,-1 0 0,1 0 0,-1 0 0,1 1 0,-1-1 0,1 0 0,-1 0 0,1 1 0,-1-1 0,0 0 0,1 1 0,-1-1 0,0 0 0,0 1 0,1-1 0,-1 1 0,0-1 0,0 1 0,0 0 0,0-1 0,0 1 0,0 0 0,-1-1 0,-28-5 0,28 6 0,-40-5 0,1 1 0,-1 3 0,0 1 0,0 2 0,-79 15 0,68-6 0,0 3 0,1 3 0,1 1 0,-54 28 0,59-20 0,2 2 0,-80 65 0,-2 2 0,114-88 0,1 2 0,0-1 0,1 1 0,-1 1 0,2 0 0,-1 1 0,2 0 0,-1 0 0,2 0 0,-12 22 0,-52 91 0,42-77 0,2 2 0,2 1 0,-21 59 0,37-76 0,2 1 0,-5 57 0,5-37 0,-5 29 0,2-23 0,-4 120 0,14-161 0,1-1 0,0 0 0,2 1 0,0-1 0,1 0 0,1-1 0,1 1 0,0-1 0,2 0 0,17 32 0,-10-27 0,1-1 0,1-1 0,1 0 0,0-1 0,1-1 0,2-1 0,-1 0 0,2-2 0,0 0 0,1-2 0,34 16 0,-5-6 0,0-2 0,70 17 0,2-4 0,139 29 0,-112-43 0,1-7 0,282-11 0,-416-4 0,-1-1 0,1 0 0,-1-1 0,0-1 0,0-1 0,-1 0 0,21-11 0,107-71 0,-65 37 0,-70 46 0,10-5 0,-1-1 0,-1 0 0,0-1 0,0-1 0,-1-1 0,-1 0 0,0-1 0,17-23 0,-12 7 0,-1 0 0,-2-2 0,-2 0 0,0 0 0,-3-1 0,0-1 0,11-66 0,-18 68 0,-1 0 0,-2-1 0,-1 1 0,-4-34 0,-5 3 0,-17-72 0,0 7 0,15 69 0,-3-1 0,-2 2 0,-30-74 0,24 83 0,-2 2 0,-2 1 0,-49-68 0,14 30 0,35 47 0,-2 2 0,-1 1 0,-44-43 0,21 33-682,-80-56-1,104 83-6143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34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24575,'1'-2'0,"-1"1"0,1 0 0,-1 0 0,1 0 0,-1 0 0,1-1 0,0 1 0,-1 0 0,1 0 0,0 0 0,0 0 0,0 0 0,0 1 0,0-1 0,0 0 0,0 0 0,0 1 0,0-1 0,1 0 0,-1 1 0,0-1 0,0 1 0,0 0 0,1-1 0,-1 1 0,0 0 0,3 0 0,41-6 0,-40 6 0,202-2 0,-109 3 0,-90-1-105,-1 1 0,1 0 0,-1 0 0,1 0 0,-1 1 0,0 0 0,1 0 0,-1 1 0,0 0 0,0 0 0,-1 0 0,11 8 0,-3-1-6721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36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1810 24575,'0'-69'0,"4"-183"0,0 192 0,3 0 0,17-68 0,5 16 0,5 1 0,78-172 0,-105 268 0,0 1 0,1 0 0,0 0 0,1 1 0,16-18 0,-21 27 0,1 0 0,-1 0 0,1 1 0,-1-1 0,1 1 0,0 0 0,0 1 0,0-1 0,1 1 0,-1 0 0,1 0 0,-1 1 0,1-1 0,-1 1 0,1 1 0,0-1 0,0 1 0,9 0 0,9 1 0,-1-1 0,0-1 0,1-2 0,-1 0 0,0-1 0,0-2 0,-1 0 0,0-1 0,0-1 0,36-19 0,15-6 0,31-16 0,-101 48 0,-1 0 0,0 0 0,0-1 0,0 1 0,0-1 0,0 1 0,-1-1 0,1 0 0,0 1 0,-1-1 0,1 0 0,-1 0 0,0 0 0,1 0 0,-1 0 0,0-1 0,0 1 0,0 0 0,-1 0 0,2-5 0,-2 4 0,0 0 0,-1 0 0,1 0 0,-1 0 0,0 0 0,1 0 0,-1 0 0,-1 0 0,1 1 0,0-1 0,-1 0 0,1 1 0,-1-1 0,-2-3 0,-7-5 0,1 0 0,-1 1 0,-1 0 0,0 1 0,-18-11 0,-37-18 0,-93-38 0,92 46 0,-100-59 0,167 88 0,-32-25 0,32 26 0,1-1 0,0 1 0,-1-1 0,1 1 0,0 0 0,-1-1 0,1 1 0,0-1 0,0 1 0,0-1 0,-1 1 0,1-1 0,0 1 0,0-1 0,0 1 0,0-1 0,0 1 0,0-1 0,0 1 0,0-1 0,0 1 0,0-1 0,0 1 0,0-2 0,1 1 0,0 0 0,0 1 0,-1-1 0,1 0 0,0 1 0,0-1 0,0 1 0,0-1 0,0 1 0,0-1 0,0 1 0,0-1 0,0 1 0,0 0 0,0 0 0,0 0 0,2-1 0,38-2 0,-1 1 0,1 1 0,54 8 0,-85-6 0,0 0 0,0 0 0,0 1 0,-1 1 0,1 0 0,-1 0 0,13 7 0,-19-8 0,1 0 0,-1 0 0,1 0 0,-1 1 0,0 0 0,0 0 0,0 0 0,-1 0 0,1 0 0,-1 0 0,1 1 0,-1-1 0,0 1 0,0 0 0,-1-1 0,1 1 0,-1 0 0,0 0 0,0 0 0,1 6 0,4 63 0,-7 127 0,-2-92 0,-3 2-341,-4-1 0,-6 0-1,-45 170 1,44-216-6485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44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1397 24575,'0'0'0,"1"-1"0,-1 1 0,0 0 0,1-1 0,-1 1 0,0 0 0,1-1 0,-1 1 0,0-1 0,0 1 0,1-1 0,-1 1 0,0 0 0,0-1 0,0 1 0,1-1 0,-1 1 0,0-1 0,0 1 0,0-1 0,0 1 0,0-1 0,0 1 0,0-1 0,0 1 0,0-1 0,-1 1 0,1-1 0,0 1 0,0-1 0,0 1 0,0-1 0,-1 1 0,1-1 0,-1 0 0,-7-24 0,7 23 0,-2-6 0,0-1 0,-1 1 0,0-1 0,0 1 0,-1 1 0,0-1 0,0 1 0,-1-1 0,0 2 0,0-1 0,-1 1 0,1 0 0,-1 0 0,-1 0 0,1 1 0,-1 1 0,0-1 0,0 1 0,-1 0 0,1 1 0,-1 0 0,1 0 0,-18-2 0,2 2 0,0 0 0,0 2 0,0 1 0,0 1 0,-33 5 0,43-3 0,1-1 0,-1 2 0,1 0 0,0 0 0,0 2 0,0-1 0,1 2 0,0-1 0,0 2 0,-17 13 0,27-20 0,1 1 0,-1-1 0,0 1 0,1 0 0,-1 0 0,1-1 0,-1 1 0,1 0 0,0 0 0,0 0 0,0 1 0,0-1 0,0 0 0,0 0 0,1 0 0,-1 1 0,1-1 0,0 0 0,-1 1 0,1-1 0,0 5 0,1-5 0,0 0 0,0 0 0,0 0 0,0 0 0,0 0 0,0 0 0,0 0 0,0 0 0,1-1 0,-1 1 0,1-1 0,-1 1 0,1-1 0,0 1 0,0-1 0,0 0 0,-1 0 0,1 0 0,0 0 0,0 0 0,1 0 0,-1 0 0,2 0 0,22 4 0,0-1 0,0-1 0,0-1 0,0-1 0,40-5 0,-1 2 0,261-15 0,-265 9 0,0-2 0,-1-3 0,75-26 0,-114 31 0,0-1 0,-1-1 0,0 0 0,-1-2 0,0 0 0,-1-1 0,0-1 0,-1-1 0,26-28 0,-23 18 0,-1-1 0,-1 0 0,-2-1 0,0-1 0,-2 0 0,13-38 0,-4-2 0,-3-1 0,-3-1 0,-4 0 0,-2-1 0,-3 0 0,-3-96 0,-5 157 0,0 0 0,0 1 0,-1-1 0,-1 0 0,1 0 0,-5-11 0,5 19 0,0 0 0,0 0 0,0 0 0,0 0 0,0 1 0,0-1 0,0 0 0,-1 1 0,1-1 0,-1 1 0,1-1 0,-1 1 0,1 0 0,-1-1 0,0 1 0,0 0 0,0 0 0,1 0 0,-1 1 0,0-1 0,0 0 0,0 1 0,0-1 0,-1 1 0,1 0 0,0 0 0,0 0 0,0 0 0,0 0 0,0 0 0,0 0 0,0 1 0,0-1 0,0 1 0,0-1 0,-3 2 0,-8 3 0,-1 0 0,1 1 0,0 0 0,1 1 0,0 0 0,-23 19 0,-64 64 0,80-72 0,-34 34 0,1 2 0,3 2 0,3 2 0,-52 86 0,85-119 0,1 0 0,1 1 0,1 0 0,2 0 0,0 1 0,-3 29 0,4-3 0,2 0 0,2 63 0,3-111 0,0 0 0,0-1 0,0 1 0,1 0 0,-1 0 0,1-1 0,1 1 0,-1 0 0,1-1 0,-1 0 0,1 1 0,4 5 0,-4-8 0,0 0 0,0 0 0,1 0 0,-1 0 0,0-1 0,1 1 0,-1-1 0,1 0 0,-1 0 0,1 0 0,0 0 0,-1 0 0,1 0 0,0-1 0,0 1 0,0-1 0,-1 0 0,1 0 0,0 0 0,0 0 0,0 0 0,4-2 0,19-2 0,49-14 0,-57 12 0,0 1 0,1 1 0,-1 0 0,1 2 0,0 0 0,29 1 0,35 11 0,-42-5 0,73 2 0,-66-10 0,0-2 0,0-3 0,0-1 0,-1-2 0,-1-3 0,0-1 0,65-32 0,-111 47 0,62-35 0,-58 32 0,-1 1 0,1-1 0,-1 0 0,0 0 0,0 0 0,0 0 0,0-1 0,0 1 0,-1-1 0,1 1 0,-1-1 0,0 0 0,2-5 0,-4 8 0,0 0 0,1 0 0,-1 0 0,0 0 0,0 0 0,0 0 0,0 0 0,0 0 0,0 0 0,0 0 0,0 0 0,0 0 0,-1 0 0,1 0 0,0 0 0,-1 0 0,1 0 0,0 0 0,-1 0 0,1 0 0,-1 0 0,0 1 0,1-1 0,-1 0 0,0 0 0,1 1 0,-1-1 0,0 0 0,0 1 0,1-1 0,-1 1 0,0-1 0,0 1 0,0-1 0,0 1 0,0 0 0,0-1 0,0 1 0,0 0 0,0 0 0,0 0 0,0 0 0,0 0 0,0 0 0,0 0 0,0 0 0,-1 0 0,-5 0 0,0 0 0,1 1 0,-1 0 0,0 0 0,-11 4 0,4 0 0,1 1 0,-1 0 0,1 1 0,1 1 0,-1 0 0,1 1 0,0 0 0,1 1 0,-11 12 0,15-15 0,1 0 0,0 1 0,0 0 0,1 0 0,0 0 0,0 1 0,1 0 0,0 0 0,1 0 0,0 0 0,0 0 0,1 1 0,0-1 0,-1 19 0,3-21 0,0 1 0,0 0 0,1 0 0,0-1 0,1 1 0,-1 0 0,1-1 0,1 0 0,5 13 0,-6-17 0,0 1 0,1-1 0,-1 0 0,0 0 0,1-1 0,0 1 0,0 0 0,0-1 0,0 0 0,0 0 0,0 0 0,0 0 0,1 0 0,-1 0 0,1-1 0,-1 0 0,1 0 0,0 0 0,-1 0 0,1 0 0,0-1 0,5 0 0,18 0 0,-1-2 0,1-1 0,-1-1 0,33-10 0,-14 4 0,-42 9 0,-1 1 0,0-1 0,1 1 0,-1 0 0,1 0 0,-1 0 0,0 0 0,1 0 0,-1 1 0,1-1 0,-1 1 0,0 0 0,1-1 0,-1 1 0,0 0 0,0 0 0,0 0 0,0 1 0,0-1 0,0 0 0,0 1 0,0 0 0,0-1 0,-1 1 0,1 0 0,0 0 0,-1 0 0,0 0 0,1 0 0,-1 0 0,0 0 0,0 0 0,0 0 0,-1 1 0,2 2 0,2 10 0,-1 1 0,0 0 0,-1 0 0,0 22 0,0-11 0,-1-16 0,0-1 0,1 1 0,6 18 0,-8-27 0,1-1 0,0 1 0,-1 0 0,1-1 0,0 1 0,0-1 0,0 1 0,1-1 0,-1 1 0,0-1 0,0 1 0,1-1 0,1 1 0,-2-1 0,0-1 0,0 0 0,0 1 0,0-1 0,0 0 0,0 0 0,0 0 0,0 0 0,0 0 0,0 0 0,0 0 0,0 0 0,0 0 0,0 0 0,0 0 0,0-1 0,0 1 0,0 0 0,0-1 0,0 1 0,0-1 0,0 1 0,0-1 0,0 0 0,1 0 0,7-8 0,-1 1 0,0-2 0,0 1 0,-1-1 0,0 0 0,11-22 0,-1 3 0,-10 17 0,1 0 0,0 1 0,1 0 0,0 1 0,13-12 0,-19 19 0,1 0 0,-1 1 0,1 0 0,0 0 0,-1 0 0,1 0 0,0 0 0,0 1 0,1-1 0,-1 1 0,0 0 0,0 0 0,1 1 0,-1 0 0,0-1 0,1 1 0,-1 1 0,0-1 0,1 1 0,-1-1 0,4 2 0,43 17 0,-39-13 0,0-1 0,0 0 0,0-1 0,1-1 0,22 4 0,-32-7 0,0 0 0,0 0 0,0-1 0,-1 1 0,1 0 0,0-1 0,0 0 0,0 1 0,-1-1 0,1 0 0,-1-1 0,1 1 0,-1 0 0,1-1 0,-1 1 0,1-1 0,-1 0 0,0 0 0,0 0 0,0 0 0,0 0 0,0 0 0,-1-1 0,1 1 0,-1 0 0,1-1 0,-1 0 0,0 1 0,0-1 0,0 0 0,0-3 0,0 4 0,0-1 0,0 1 0,0-1 0,-1 1 0,1-1 0,-1 1 0,1-1 0,-1 1 0,0-1 0,0 1 0,0-1 0,-1 0 0,1 1 0,-1-1 0,1 1 0,-1-1 0,0 1 0,-2-5 0,3 7 0,-1 0 0,1 0 0,0 0 0,0 0 0,-1 0 0,1 0 0,0 0 0,-1 0 0,1 0 0,0 0 0,-1 0 0,1 0 0,0 0 0,-1 0 0,1 0 0,0 0 0,-1 0 0,1 0 0,0 1 0,-1-1 0,1 0 0,0 0 0,0 0 0,-1 0 0,1 1 0,0-1 0,0 0 0,-1 0 0,1 1 0,0-1 0,0 0 0,0 0 0,0 1 0,-1-1 0,1 0 0,0 1 0,0-1 0,0 0 0,0 1 0,0-1 0,0 0 0,0 1 0,0-1 0,0 0 0,0 1 0,0-1 0,0 1 0,-5 17 0,3 4 0,1 0 0,2 33 0,0-38 0,-1 0 0,0 1 0,-1-1 0,-1 0 0,-4 21 0,-10-10 0,14-26 0,0 0 0,1 1 0,-1-1 0,1 0 0,0 1 0,-1-1 0,1 1 0,0-1 0,1 1 0,-2 4 0,2-6 0,0-1 0,0 0 0,0 0 0,0 0 0,0 1 0,0-1 0,0 0 0,1 0 0,-1 0 0,0 0 0,0 1 0,0-1 0,0 0 0,0 0 0,1 0 0,-1 0 0,0 0 0,0 0 0,0 1 0,1-1 0,-1 0 0,0 0 0,0 0 0,0 0 0,1 0 0,-1 0 0,0 0 0,0 0 0,0 0 0,1 0 0,-1 0 0,0 0 0,0 0 0,0 0 0,1 0 0,-1 0 0,0 0 0,0 0 0,0 0 0,1 0 0,-1 0 0,0-1 0,0 1 0,0 0 0,1 0 0,-1 0 0,0 0 0,0 0 0,0-1 0,34-13 0,-1-3 0,-1 0 0,37-28 0,-41 26 0,90-68 0,-2 2 0,-115 84 0,0 0 0,0 0 0,0 1 0,0-1 0,0 0 0,1 1 0,-1-1 0,0 1 0,0-1 0,1 1 0,-1 0 0,0-1 0,1 1 0,-1 0 0,0 0 0,1 0 0,-1 0 0,0 0 0,1 0 0,-1 0 0,0 1 0,1-1 0,-1 0 0,0 1 0,0-1 0,1 1 0,-1 0 0,2 0 0,0 3 0,1-1 0,-1 1 0,0 0 0,0 0 0,0 0 0,3 7 0,-4-7 0,0 0 0,1 0 0,-1 0 0,1 0 0,0-1 0,-1 1 0,2-1 0,-1 0 0,0 0 0,5 3 0,-6-5 0,0 1 0,0-2 0,0 1 0,0 0 0,0 0 0,0-1 0,0 1 0,0-1 0,0 1 0,0-1 0,0 0 0,1 0 0,-1 0 0,0 0 0,0 0 0,0-1 0,0 1 0,0-1 0,0 1 0,1-1 0,-1 0 0,0 0 0,-1 0 0,1 0 0,0 0 0,0 0 0,0 0 0,-1-1 0,1 1 0,0 0 0,-1-1 0,0 0 0,1 1 0,-1-1 0,0 0 0,2-2 0,3-8 0,1 0 0,-2-1 0,0 0 0,6-22 0,-9 29 0,36-141 0,29-212 0,-12-160 0,-43 390 0,5-46 0,-17 203 0,-2 46 0,3 0 0,19 116 0,7-67 0,6-1 0,49 119 0,-77-228 0,0 1 0,2-1 0,-1 0 0,15 19 0,-18-27 0,1-1 0,0 0 0,0 0 0,0 0 0,1-1 0,-1 1 0,1-1 0,0 0 0,0 0 0,0-1 0,1 1 0,-1-1 0,0-1 0,10 3 0,49 7 0,118 4 0,-84-10 0,-91-3 0,-1-1 0,1 1 0,-1 0 0,0 1 0,0-1 0,0 1 0,0 1 0,0-1 0,0 1 0,-1 0 0,0 0 0,0 0 0,0 1 0,0 0 0,5 7 0,-4-5 0,1 0 0,-1-1 0,1 0 0,0 0 0,1-1 0,-1 0 0,1 0 0,8 4 0,-4-6 0,-1 0 0,0-1 0,1 0 0,-1 0 0,1-2 0,-1 1 0,1-1 0,0-1 0,22-4 0,-17 3 0,-15 2 0,0 0 0,-1 0 0,1-1 0,0 2 0,0-1 0,0 0 0,-1 0 0,1 1 0,0-1 0,0 0 0,-1 1 0,1 0 0,0 0 0,-1-1 0,1 1 0,0 0 0,-1 0 0,0 0 0,1 0 0,-1 1 0,1-1 0,-1 0 0,0 1 0,0-1 0,0 0 0,0 1 0,0 0 0,0-1 0,0 1 0,0-1 0,-1 1 0,1 0 0,-1 0 0,1 2 0,1 6 0,0 1 0,-1 0 0,0-1 0,-2 19 0,1-25 0,-23 242 0,1-46 0,20-159 0,2-1 0,9 79 0,-6-95 0,-2-17 0,-1 0 0,1-1 0,1 1 0,3 11 0,-4-19-1365,0-7-5461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45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1 173 24575,'0'-5'0,"0"-5"0,4-2 0,12-4 0,11-2 0,26-5 0,30 3 0,34 0 0,12 3 0,-3 0 0,-23 3-8191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46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1 208 24575,'0'-4'0,"9"-2"0,22-5 0,28-5 0,38-4 0,34-4 0,27 3 0,20-5 0,2 3 0,-15-1 0,-22 5 0,-35 5-8191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48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0 24575,'-5'6'0,"0"0"0,0 0 0,1 1 0,0 0 0,0-1 0,1 1 0,0 1 0,0-1 0,0 0 0,1 1 0,-2 13 0,0 9 0,-1 52 0,5-54 0,35 1071 0,7-533 0,-40-547 0,-1-11 0,0 1 0,-1 0 0,1 0 0,-2-1 0,-1 15 0,1-21 0,1 0 0,-1 0 0,1 0 0,-1 0 0,0 0 0,0 0 0,0-1 0,0 1 0,-1 0 0,1-1 0,0 1 0,-1-1 0,1 1 0,-1-1 0,1 1 0,-1-1 0,1 0 0,-1 0 0,0 0 0,0 0 0,0 0 0,0 0 0,0-1 0,1 1 0,-1-1 0,0 1 0,-1-1 0,1 0 0,-2 1 0,-7 0 0,1-1 0,-1 0 0,0-1 0,0 0 0,1 0 0,-1-1 0,1 0 0,-1-1 0,1-1 0,0 1 0,-18-10 0,21 8 0,-1 1 0,1-1 0,0 0 0,0-1 0,1 1 0,0-2 0,0 1 0,0 0 0,1-1 0,0 0 0,0 0 0,0-1 0,1 1 0,1-1 0,-5-11 0,-3-9 0,8 22 0,0-1 0,0 1 0,1 0 0,0-1 0,0 1 0,0-1 0,1 1 0,0-1 0,0 0 0,1-9 0,0 15 0,1 0 0,-1-1 0,0 1 0,1 0 0,-1 0 0,1 0 0,0 0 0,-1 0 0,1 0 0,0 0 0,-1 0 0,1 0 0,0 0 0,0 0 0,0 0 0,0 0 0,0 1 0,0-1 0,0 0 0,0 1 0,0-1 0,0 1 0,2-1 0,0 0 0,1 1 0,-1-1 0,0 1 0,0 0 0,0 0 0,1 0 0,-1 0 0,0 0 0,3 2 0,6 1 0,0 0 0,-1 1 0,20 10 0,0 4 0,-1 0 0,-1 2 0,52 47 0,-72-57 0,0 0 0,0 1 0,-1 0 0,-1 1 0,8 15 0,-8-14 0,0-1 0,1 1 0,1-1 0,10 11 0,-15-20 0,-1 0 0,1 0 0,0 0 0,0-1 0,1 1 0,-1-1 0,0 0 0,1-1 0,-1 1 0,1-1 0,0 0 0,-1 0 0,1 0 0,0-1 0,0 1 0,0-1 0,-1-1 0,1 1 0,0 0 0,0-1 0,9-3 0,8-2 0,0-1 0,-1-1 0,26-14 0,-37 17 0,119-63 0,66-29 0,-189 96-12,-18 9 27,-21 9-1383,-13 7-5458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50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572 1 24575,'-4'0'0,"0"0"0,0 1 0,0 0 0,0 0 0,0 0 0,0 0 0,0 1 0,0-1 0,1 1 0,-1 0 0,1 0 0,0 1 0,-1-1 0,-3 4 0,-5 5 0,0 1 0,-11 16 0,9-11 0,-14 17 0,3 0 0,0 2 0,3 0 0,0 2 0,3 0 0,1 1 0,2 1 0,2 1 0,2 0 0,1 1 0,2 0 0,2 1 0,2-1 0,1 46 0,5-13 0,0 46 0,-2-117 0,1 0 0,-1 0 0,1 0 0,-1 0 0,0 0 0,-1 0 0,1 0 0,-1-1 0,1 1 0,-1 0 0,0-1 0,-1 0 0,1 1 0,0-1 0,-1 0 0,0 0 0,0 0 0,0-1 0,0 1 0,-5 3 0,3-4 0,0 1 0,0-1 0,0 0 0,0 0 0,-1 0 0,1-1 0,0 0 0,-1 0 0,1-1 0,-1 1 0,1-1 0,-1 0 0,1 0 0,-9-2 0,9 0 0,1 0 0,-1 0 0,1 0 0,-1 0 0,1-1 0,0 1 0,0-1 0,0 0 0,0-1 0,1 1 0,-1-1 0,1 1 0,0-1 0,0 0 0,0 0 0,1-1 0,-5-8 0,5 10 0,0 0 0,1 0 0,0 0 0,-1 0 0,1-1 0,0 1 0,0 0 0,1-1 0,-1 1 0,1-1 0,-1 1 0,1-1 0,0 1 0,1 0 0,-1-1 0,1 1 0,-1-1 0,1 1 0,0 0 0,0-1 0,0 1 0,1 0 0,-1 0 0,1 0 0,0 0 0,2-3 0,1 1 0,1 1 0,0 0 0,0 0 0,0 0 0,0 1 0,1 0 0,-1 0 0,1 1 0,0 0 0,0 0 0,0 1 0,0-1 0,0 1 0,10 0 0,-3 1 0,0 0 0,1 1 0,-1 0 0,0 1 0,1 1 0,15 4 0,-11 0 0,0 1 0,-1 1 0,0 1 0,0 0 0,-1 1 0,0 1 0,-1 0 0,18 19 0,13 17 0,46 62 0,-76-90 0,18 27 0,-23-29 0,1-1 0,0 0 0,1-1 0,0-1 0,23 19 0,-33-31 0,0 0 0,1-1 0,-1 1 0,0-1 0,1 0 0,-1 0 0,1-1 0,0 1 0,0-1 0,0 0 0,-1 0 0,1-1 0,0 1 0,0-1 0,0 0 0,0-1 0,0 1 0,0-1 0,0 0 0,0 0 0,-1 0 0,1-1 0,0 0 0,-1 0 0,1 0 0,-1 0 0,0-1 0,5-3 0,-1 0 0,1-1 0,-2 1 0,1-2 0,-1 1 0,0-1 0,0 0 0,-1 0 0,0-1 0,-1 0 0,0 0 0,4-10 0,-1-2 0,0 0 0,-2-1 0,0 1 0,3-25 0,-9 42 0,1 1 0,-1 0 0,0 0 0,0 0 0,0 0 0,0 0 0,-1-1 0,1 1 0,-2-3 0,2 6 0,0 0 0,0-1 0,0 1 0,0 0 0,0 0 0,0 0 0,0 0 0,0-1 0,0 1 0,-1 0 0,1 0 0,0 0 0,0 0 0,0 0 0,0-1 0,0 1 0,-1 0 0,1 0 0,0 0 0,0 0 0,0 0 0,0 0 0,0 0 0,-1 0 0,1 0 0,0 0 0,0 0 0,0 0 0,-1 0 0,1 0 0,0 0 0,0 0 0,0 0 0,0 0 0,-1 0 0,1 0 0,0 0 0,0 0 0,0 0 0,0 0 0,-1 0 0,1 0 0,0 0 0,0 0 0,-1 0 0,-9 17 0,1 4 0,0 1 0,2 0 0,1 0 0,0 0 0,2 0 0,0 1 0,0 35 0,4-48 0,0-1 0,1 1 0,0 0 0,1-1 0,0 1 0,0-1 0,1 0 0,0 0 0,0 0 0,1 0 0,1-1 0,-1 1 0,1-1 0,1 0 0,0 0 0,0-1 0,0 0 0,1 0 0,0 0 0,13 9 0,-12-12 0,0 0 0,1 0 0,0-1 0,-1 0 0,1 0 0,0-1 0,1-1 0,-1 1 0,0-1 0,0-1 0,0 0 0,1 0 0,-1-1 0,0 0 0,0 0 0,13-5 0,-18 4 0,1 0 0,-1-1 0,0 1 0,0-1 0,0 0 0,0-1 0,-1 1 0,0-1 0,1 1 0,-1-1 0,0 0 0,-1 0 0,1 0 0,-1 0 0,0-1 0,0 1 0,0-1 0,0 1 0,-1-1 0,0 0 0,0 0 0,1-6 0,1-13 0,-1 1 0,-1-1 0,-3-27 0,1 41 0,0 1 0,0-1 0,-1 1 0,-1-1 0,1 1 0,-2 0 0,1 0 0,-1 0 0,0 1 0,-1-1 0,-9-12 0,11 17 0,0 1 0,0-1 0,0 1 0,-1-1 0,1 1 0,-1 0 0,0 0 0,0 1 0,0-1 0,0 1 0,0 0 0,-1 0 0,1 0 0,-1 1 0,1-1 0,-1 1 0,1 0 0,-1 0 0,0 1 0,0 0 0,1-1 0,-1 2 0,0-1 0,0 0 0,-5 2 0,9-2 0,0 0 0,0 0 0,1 0 0,-1 1 0,0-1 0,0 0 0,1 0 0,-1 0 0,0 1 0,1-1 0,-1 0 0,0 1 0,1-1 0,-1 1 0,0-1 0,1 0 0,-1 1 0,1-1 0,-1 1 0,1 0 0,-1-1 0,1 1 0,-1-1 0,1 1 0,0 0 0,-1-1 0,1 1 0,0 0 0,0 0 0,-1-1 0,1 1 0,0 0 0,0 0 0,0-1 0,0 1 0,0 0 0,0 0 0,0 1 0,1-1 0,0 0 0,-1 1 0,1-1 0,0 0 0,-1 0 0,1 0 0,0 0 0,0 0 0,0 0 0,0 0 0,0 0 0,0 0 0,1 0 0,-1 0 0,0-1 0,0 1 0,1 0 0,1 0 0,8 2 0,1 0 0,0 0 0,0-1 0,0-1 0,0 0 0,0-1 0,0 0 0,0 0 0,0-2 0,0 1 0,-1-2 0,1 1 0,0-2 0,14-5 0,19-10 0,-1-1 0,49-32 0,-67 37 0,-20 12 0,-1 0 0,1 0 0,0 0 0,0 1 0,-1 0 0,12-3 0,-15 5 0,0 0 0,0 0 0,0 0 0,1 0 0,-1 1 0,0-1 0,0 0 0,0 1 0,0-1 0,0 1 0,0 0 0,0 0 0,0 0 0,0 0 0,0 0 0,0 0 0,-1 0 0,1 1 0,0-1 0,-1 1 0,1-1 0,2 4 0,7 12 0,0 1 0,-1 0 0,-1 1 0,-1 0 0,0 0 0,-1 1 0,4 23 0,-2-11 0,22 51 0,-30-80 0,1 0 0,-1-1 0,1 1 0,-1 0 0,1 0 0,0-1 0,0 1 0,1-1 0,-1 1 0,0-1 0,1 0 0,-1 0 0,1 0 0,4 2 0,-5-3 0,1-1 0,-1 1 0,1-1 0,-1 1 0,1-1 0,-1 0 0,1 0 0,-1 0 0,1 0 0,-1 0 0,1-1 0,-1 1 0,1-1 0,-1 1 0,1-1 0,-1 0 0,1 0 0,2-2 0,49-29 0,-44 25 0,1 0 0,0 0 0,0 1 0,0 1 0,1 0 0,0 0 0,24-5 0,-30 10 0,-1-1 0,1-1 0,-1 1 0,0-1 0,0 1 0,1-1 0,-1-1 0,-1 1 0,1-1 0,0 0 0,-1 0 0,1 0 0,-1-1 0,6-6 0,-8 8 0,0-1 0,0 0 0,0 1 0,-1-1 0,1 0 0,-1 0 0,0 0 0,0-1 0,0 1 0,0 0 0,-1 0 0,1 0 0,-1-1 0,0 1 0,0 0 0,0 0 0,0-1 0,-1 1 0,1 0 0,-1 0 0,0 0 0,0-1 0,0 1 0,0 0 0,-4-5 0,-2-6 0,-1 0 0,-1 1 0,-1 0 0,0 0 0,-13-12 0,-63-54 0,41 39 0,-81-72 0,123 110 0,1 0 0,0 0 0,0-1 0,0 1 0,0 0 0,1-1 0,-1 0 0,1 1 0,-1-1 0,1 0 0,0 0 0,0 1 0,0-1 0,1 0 0,-1 0 0,1 0 0,-1 0 0,1 0 0,0-5 0,1 4 0,1-1 0,-1 1 0,1-1 0,-1 1 0,1 0 0,1 0 0,-1 0 0,0 0 0,1 0 0,0 0 0,0 1 0,4-5 0,20-17 46,40-31 0,-14 13-1503,-27 20-5369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53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24575,'0'91'0,"6"234"0,-1-262 0,3 0 0,2-1 0,21 69 0,-23-101 0,-6-19 0,1 1 0,1-1 0,0 1 0,5 10 0,-7-19 0,-1 0 0,1-1 0,0 1 0,0-1 0,0 1 0,0-1 0,0 0 0,0 0 0,1 0 0,-1 0 0,1 0 0,0 0 0,-1-1 0,1 1 0,0-1 0,0 0 0,0 0 0,0 0 0,0 0 0,4 1 0,4-1 0,1-1 0,0 0 0,0 0 0,-1-1 0,1-1 0,0 0 0,-1-1 0,1 0 0,-1 0 0,15-8 0,-10 5 0,-1-2 0,-1 0 0,1-1 0,-1-1 0,-1 0 0,22-20 0,-27 21 0,-1-1 0,0 0 0,0 0 0,-1-1 0,0 0 0,-1 0 0,0 0 0,-1 0 0,5-23 0,-4 12 0,-1-1 0,-1 1 0,-1-1 0,-2-31 0,0 51 0,0-11 0,-1 1 0,0-1 0,-1 1 0,-7-23 0,8 33 0,0 0 0,0 0 0,0 0 0,-1 0 0,0 0 0,1 0 0,-1 1 0,0-1 0,0 1 0,0-1 0,-1 1 0,1 0 0,-1 0 0,1 0 0,-1 0 0,0 0 0,0 0 0,0 1 0,0-1 0,0 1 0,0 0 0,0 0 0,0 0 0,-6-1 0,2 2 0,-1-1 0,1 1 0,0 0 0,-1 0 0,1 1 0,0 0 0,0 0 0,0 1 0,0 0 0,0 0 0,0 1 0,0 0 0,1 0 0,-1 0 0,1 1 0,0 0 0,0 0 0,0 1 0,1 0 0,-1 0 0,1 0 0,-5 7 0,2-2 0,1 0 0,1 0 0,0 1 0,0 0 0,1 0 0,0 1 0,1-1 0,0 1 0,1 0 0,1 0 0,-1 0 0,1 20 0,2-22 0,0 0 0,1-1 0,1 1 0,0 0 0,0-1 0,1 1 0,0-1 0,1 0 0,0 0 0,0 0 0,1 0 0,0-1 0,0 0 0,1 0 0,0 0 0,0-1 0,15 13 0,-4-6 0,0 0 0,1-1 0,0-1 0,1-1 0,0 0 0,1-2 0,24 9 0,125 46 0,-49-17 0,188 47 0,-296-91 0,0-1 0,0 0 0,1 0 0,13-1 0,-23-1 0,0-1 0,0 1 0,1 0 0,-1-1 0,0 0 0,0 0 0,0 0 0,0 0 0,-1 0 0,1 0 0,0-1 0,0 1 0,-1-1 0,1 0 0,-1 0 0,1 0 0,-1 0 0,0 0 0,0-1 0,0 1 0,2-4 0,1-4 0,0 1 0,-1-1 0,-1 0 0,1-1 0,-2 1 0,1 0 0,-1-1 0,0-17 0,-3-93 0,0 78 0,1 32 0,-1 0 0,0 0 0,0 0 0,-1 1 0,0-1 0,-5-14 0,5 22 0,1 0 0,-1 0 0,1 0 0,-1 0 0,0 0 0,0 1 0,-1-1 0,1 1 0,-1-1 0,1 1 0,-1 0 0,0 0 0,1 0 0,-1 0 0,0 0 0,0 1 0,-1-1 0,1 1 0,0 0 0,0 0 0,-1 0 0,1 0 0,-7 0 0,-4 0 0,0 0 0,-1 1 0,1 0 0,0 1 0,0 1 0,0 0 0,0 1 0,0 1 0,-23 9 0,28-9 0,-1 0 0,1 1 0,0 0 0,1 0 0,0 1 0,-1 0 0,2 1 0,-1 0 0,1 0 0,0 1 0,0 0 0,1 0 0,0 0 0,-5 12 0,9-18 0,1 0 0,0 1 0,0-1 0,0 0 0,0 1 0,0-1 0,0 0 0,1 1 0,-1-1 0,1 1 0,0-1 0,0 1 0,0 0 0,0-1 0,0 1 0,0-1 0,1 1 0,-1-1 0,1 1 0,0-1 0,-1 0 0,1 1 0,0-1 0,1 0 0,-1 1 0,0-1 0,1 0 0,-1 0 0,1 0 0,-1 0 0,1-1 0,0 1 0,0 0 0,0-1 0,0 1 0,0-1 0,0 1 0,1-1 0,-1 0 0,3 1 0,10 4 0,1-1 0,0 0 0,0-1 0,32 4 0,-41-7 0,457 75 0,-449-73 0,10 1 0,-1-1 0,0-1 0,29-2 0,-47 0 0,1-1 0,0 0 0,-1 0 0,1 0 0,-1-1 0,1 0 0,-1-1 0,0 1 0,0-1 0,0 0 0,0-1 0,0 1 0,-1-1 0,1 0 0,-1-1 0,6-5 0,2-8 0,0 0 0,0 0 0,-2-1 0,0-1 0,-1 0 0,-2 0 0,0-1 0,10-39 0,-9 18 0,-2-1 0,-1 0 0,0-66 0,-6 103 0,0 0 0,0 0 0,0 0 0,-1 0 0,0 0 0,0 0 0,0 0 0,-1 0 0,1 0 0,-6-9 0,7 15 0,0-1 0,0 1 0,-1 0 0,1-1 0,0 1 0,0 0 0,-1-1 0,1 1 0,0 0 0,-1 0 0,1-1 0,0 1 0,-1 0 0,1 0 0,0-1 0,-1 1 0,1 0 0,0 0 0,-1 0 0,1 0 0,-1 0 0,1 0 0,0 0 0,-1 0 0,1-1 0,-1 1 0,1 1 0,0-1 0,-1 0 0,1 0 0,-1 0 0,1 0 0,0 0 0,-1 0 0,1 0 0,-1 1 0,1-1 0,0 0 0,-1 0 0,1 0 0,0 1 0,-1-1 0,1 0 0,0 0 0,-1 1 0,1 0 0,-12 17 0,2 10 0,0 1 0,2-1 0,2 1 0,0 1 0,-1 30 0,3-25 0,-7 51 0,4 0 0,6 118 0,2-193 0,0-1 0,1 1 0,0-1 0,5 12 0,-6-20 0,-1 0 0,1-1 0,-1 1 0,1-1 0,0 0 0,0 1 0,0-1 0,0 0 0,0 1 0,0-1 0,0 0 0,0 0 0,1 0 0,-1 0 0,2 1 0,-3-2 0,1 1 0,0-1 0,0 0 0,0 0 0,0 0 0,0 0 0,0 0 0,0-1 0,0 1 0,0 0 0,0 0 0,0-1 0,0 1 0,0 0 0,-1-1 0,1 1 0,0-1 0,0 1 0,0-1 0,-1 1 0,1-1 0,0 0 0,-1 1 0,1-1 0,0 0 0,-1 0 0,1 0 0,0-1 0,7-10 0,0 0 0,-1 0 0,0-1 0,5-16 0,3-5 0,49-104 0,176-344 0,-230 464 0,2-1 0,-2 0 0,0-1 0,-1 0 0,12-40 0,-21 60 0,1-1 0,-1 0 0,0 0 0,1 0 0,-1 1 0,0-1 0,0 0 0,0 0 0,0 0 0,0 1 0,0-1 0,0 0 0,0 0 0,0 0 0,0 1 0,-1-1 0,1 0 0,0 0 0,-1 0 0,1 1 0,0-1 0,-1 0 0,1 1 0,-1-1 0,1 0 0,-1 1 0,0-2 0,0 2 0,-1-1 0,1 1 0,0 0 0,0 0 0,-1 0 0,1 0 0,0 0 0,0 0 0,0 0 0,-1 0 0,1 1 0,0-1 0,0 0 0,0 1 0,-1-1 0,0 2 0,-11 4 0,1 1 0,-19 13 0,23-14 0,-96 71 0,-176 171 0,256-225 0,2 1 0,-38 52 0,50-61 0,1 0 0,0 1 0,1 1 0,1-1 0,0 1 0,-7 33 0,13-47 0,1 0 0,-1 0 0,1 0 0,0 1 0,0-1 0,1 0 0,-1 0 0,1 0 0,-1 0 0,1 1 0,0-1 0,0 0 0,1 0 0,-1 0 0,0-1 0,1 1 0,0 0 0,0 0 0,0-1 0,0 1 0,0-1 0,0 0 0,0 0 0,1 0 0,-1 0 0,1 0 0,0 0 0,0 0 0,3 1 0,10 4 0,0 0 0,1 0 0,0-2 0,19 5 0,-13-5 0,61 18 0,12 3 0,133 53 0,-127-35 0,152 45 0,48-5-1365,-264-72-5461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56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1150 357 24575,'0'-1'0,"-1"-1"0,1 1 0,-1 0 0,0 0 0,1-1 0,-1 1 0,0 0 0,0 0 0,0 0 0,0 0 0,0 0 0,0 0 0,0 0 0,0 0 0,0 1 0,0-1 0,0 0 0,-1 0 0,1 1 0,0-1 0,-1 1 0,-1-1 0,-37-11 0,34 11 0,-29-6 0,0 1 0,-1 2 0,0 1 0,0 2 0,0 1 0,0 2 0,0 2 0,1 1 0,-1 2 0,1 1 0,0 2 0,1 1 0,1 2 0,-1 1 0,-55 34 0,30-14 0,2 3 0,-53 45 0,91-66 0,2 0 0,0 1 0,1 0 0,1 2 0,1 0 0,0 0 0,1 1 0,2 1 0,-15 32 0,11-9 0,1 1 0,2 0 0,-8 70 0,12-33 0,3 93 0,7 519 0,-2-661 0,2 1 0,1-1 0,2 0 0,1 0 0,11 36 0,-10-49 0,0-1 0,1 0 0,1 0 0,1-1 0,1-1 0,0 1 0,1-2 0,1 0 0,23 23 0,35 27 0,3-3 0,3-3 0,98 57 0,-129-90 0,1-2 0,1-2 0,82 27 0,153 35 0,327 53 0,-337-98 0,2-11 0,310-7 0,-214-35 0,-260 4 0,142-31 0,340-90 0,-539 117 0,0-3 0,-1-2 0,-1-3 0,-1-2 0,-1-2 0,76-51 0,-114 66 0,0 0 0,-1 0 0,-1-1 0,0 0 0,-1 0 0,0-1 0,0-1 0,9-19 0,5-13 0,17-55 0,-36 90 0,2-9 0,-1 1 0,0-1 0,-2 0 0,0 0 0,0-22 0,-5-100 0,0 54 0,3-90 0,-3-152 0,-4 280 0,-2 0 0,-2 1 0,-29-81 0,-12-58 0,35 102 0,-4 1 0,-3 0 0,-46-107 0,50 149 0,-68-142 0,70 153 0,-1 0 0,-2 1 0,-37-44 0,33 52 0,0 1 0,-2 1 0,0 1 0,-35-19 0,25 16 0,-9-4 0,-1 2 0,-1 1 0,-2 3 0,0 2 0,-1 2 0,0 3 0,-90-13 0,-6 6 0,-275 1 0,413 19-273,0 0 0,0 1 0,0 0 0,-11 2 0,3 4-6553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57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24575,'0'-4'0,"9"-3"0,12 2 0,22 0 0,26 2 0,34 0 0,32 2 0,26 1 0,-1 0 0,-14 0 0,-21 5 0,-29 1 0,-30 0-8191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58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24575,'-3'5'0,"0"0"0,0 1 0,0-1 0,0 1 0,1-1 0,0 1 0,0 0 0,1 0 0,0 0 0,0 0 0,-1 10 0,-1 6 0,-20 131 0,-3 182 0,22 156 0,4-477 0,3 42 0,-3-53 0,1-1 0,-1 0 0,1 1 0,0-1 0,-1 0 0,1 1 0,0-1 0,0 0 0,1 0 0,-1 0 0,0 0 0,1 0 0,-1 0 0,1 0 0,0 0 0,0-1 0,-1 1 0,1-1 0,3 2 0,8 2 0,0-1 0,0-1 0,0-1 0,1 0 0,-1 0 0,1-1 0,-1-1 0,21-2 0,2 2 0,791 25 0,-697-14-2132,-69-6-1624,0-1 1453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5:59:59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24575,'18'10'0,"-1"0"0,-1 1 0,0 1 0,0 1 0,-2 0 0,24 26 0,68 101 0,-51-63 0,-52-73 0,6 7 0,-1 1 0,0 0 0,-1 0 0,11 22 0,-17-31 0,0 1 0,0-1 0,0 1 0,0-1 0,-1 1 0,1-1 0,-1 1 0,0-1 0,0 1 0,0-1 0,-1 1 0,1-1 0,-1 1 0,0-1 0,0 1 0,0-1 0,0 0 0,0 0 0,-1 1 0,1-1 0,-1 0 0,0 0 0,0 0 0,-3 3 0,-8 5 0,0 1 0,-1-2 0,0 0 0,0 0 0,-1-2 0,0 0 0,-17 7 0,-12 7 0,5-2-682,-61 25-1,64-33-6143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00:00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1 184 24575,'2'0'0,"0"0"0,0 0 0,0 0 0,0-1 0,0 1 0,0 0 0,0-1 0,0 0 0,0 1 0,-1-1 0,1 0 0,0 0 0,0 0 0,0 0 0,-1 0 0,1-1 0,-1 1 0,1 0 0,-1-1 0,1 1 0,-1-1 0,0 1 0,0-1 0,0 0 0,0 0 0,0 1 0,0-1 0,0 0 0,0 0 0,-1 0 0,1 0 0,-1 0 0,0 0 0,1-4 0,0-8 0,-1 0 0,0 0 0,-1 0 0,-4-18 0,1-13 0,4 45 0,0 0 0,0-1 0,0 1 0,0 0 0,0 0 0,-1 0 0,1 0 0,0 0 0,0-1 0,0 1 0,0 0 0,1 0 0,-1 0 0,0 0 0,0 0 0,0-1 0,0 1 0,0 0 0,0 0 0,0 0 0,0 0 0,0 0 0,0-1 0,0 1 0,0 0 0,0 0 0,1 0 0,-1 0 0,0 0 0,0 0 0,0 0 0,0 0 0,0 0 0,0-1 0,1 1 0,-1 0 0,0 0 0,0 0 0,0 0 0,0 0 0,0 0 0,1 0 0,-1 0 0,0 0 0,0 0 0,0 0 0,0 0 0,0 0 0,1 0 0,-1 0 0,0 0 0,0 0 0,0 0 0,0 0 0,0 0 0,0 1 0,1-1 0,-1 0 0,0 0 0,0 0 0,0 0 0,0 0 0,0 0 0,0 0 0,0 0 0,1 0 0,-1 1 0,0-1 0,13 16 0,11 25 0,76 193 0,-70-157 0,-27-68 0,1 0 0,0 0 0,1-1 0,11 16 0,-15-22 0,0-1 0,0 0 0,0 1 0,0-1 0,0 0 0,1 1 0,-1-1 0,0 0 0,1 0 0,-1 0 0,1 0 0,-1-1 0,1 1 0,0 0 0,-1-1 0,1 1 0,0-1 0,-1 1 0,1-1 0,0 0 0,-1 0 0,1 0 0,0 0 0,0 0 0,-1 0 0,1 0 0,0 0 0,0-1 0,-1 1 0,1-1 0,0 1 0,-1-1 0,1 0 0,2-1 0,1-2 0,0 0 0,0-1 0,0 1 0,0-1 0,-1 0 0,0 0 0,0-1 0,0 1 0,-1-1 0,0 0 0,3-7 0,5-13 0,9-34 0,-17 51 0,13-58 0,-12 48 0,0 1 0,1 0 0,0 0 0,2 0 0,14-26 0,-21 43 0,0 0 0,1 0 0,-1 0 0,1 1 0,-1-1 0,1 0 0,-1 1 0,1-1 0,0 0 0,-1 1 0,1-1 0,0 1 0,0-1 0,-1 1 0,1-1 0,0 1 0,0-1 0,0 1 0,1-1 0,-1 2 0,-1-1 0,1 0 0,-1 0 0,1 0 0,0 0 0,-1 1 0,1-1 0,-1 0 0,1 1 0,-1-1 0,1 0 0,-1 1 0,1-1 0,-1 1 0,0-1 0,1 0 0,-1 1 0,0-1 0,1 1 0,-1-1 0,0 1 0,1 0 0,10 38 0,-6 20 0,-3 117 0,2 29 0,-3-199 0,0 0 0,0 0 0,0 0 0,0 0 0,1 0 0,0 0 0,1 0 0,-1-1 0,6 10 0,-6-13 0,0 0 0,0 0 0,0 0 0,0 0 0,0 0 0,0 0 0,0-1 0,1 1 0,-1-1 0,1 1 0,-1-1 0,1 0 0,-1 0 0,1 0 0,0 0 0,0-1 0,-1 1 0,1-1 0,0 1 0,0-1 0,0 0 0,4-1 0,1 0 0,-1-1 0,1 1 0,-1-2 0,0 1 0,0-1 0,0 0 0,0-1 0,-1 1 0,1-1 0,-1-1 0,0 1 0,0-1 0,-1 0 0,10-10 0,0-3 0,0 0 0,-2-1 0,19-32 0,-3-8 0,35-100 0,-45 110 0,-3 19 0,-16 30 0,0 0 0,0 0 0,0 0 0,0 0 0,0 0 0,0 0 0,1-1 0,-1 1 0,0 0 0,0 0 0,0 0 0,0 0 0,1 0 0,-1 0 0,0 0 0,0 0 0,0 0 0,0 0 0,1 0 0,-1 0 0,0 0 0,0 0 0,0 0 0,0 0 0,1 0 0,-1 0 0,0 0 0,0 0 0,0 0 0,0 0 0,1 0 0,-1 0 0,0 0 0,0 0 0,0 0 0,0 1 0,1-1 0,-1 0 0,0 0 0,0 0 0,0 0 0,0 0 0,0 1 0,4 16 0,-3-8 0,-1 5 0,2 1 0,-1 0 0,2-1 0,0 0 0,1 1 0,8 22 0,-6-25 0,0 0 0,1-1 0,0 1 0,0-1 0,1-1 0,13 15 0,-18-22 0,0-1 0,0 1 0,0 0 0,0-1 0,0 1 0,0-1 0,1 0 0,-1 0 0,1-1 0,0 1 0,-1-1 0,1 1 0,0-1 0,0 0 0,0-1 0,0 1 0,0-1 0,0 1 0,0-1 0,0 0 0,0-1 0,0 1 0,0-1 0,0 0 0,5-1 0,-5-1 0,0 1 0,0-1 0,0 1 0,0-1 0,-1 0 0,1 0 0,-1-1 0,0 1 0,0-1 0,0 0 0,0 0 0,-1 0 0,0 0 0,1 0 0,-1 0 0,-1 0 0,1-1 0,1-5 0,3-12 0,-1 0 0,3-31 0,-7 42 0,5-57-682,-3-91-1,-3 131-6143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00:01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47 24575,'0'2'0,"0"0"0,0 0 0,0 0 0,1-1 0,-1 1 0,1 0 0,-1 0 0,1 0 0,-1 0 0,1-1 0,0 1 0,0 0 0,0-1 0,0 1 0,0 0 0,1-1 0,-1 0 0,0 1 0,1-1 0,2 2 0,2 1 0,0 0 0,0-1 0,1 0 0,9 3 0,25 14 0,33 39 0,-2 4 0,76 87 0,-141-143 0,24 24 0,-29-29 0,0-1 0,-1 1 0,1-1 0,0 0 0,0 0 0,0 0 0,0 0 0,0 0 0,0 0 0,0 0 0,0-1 0,1 1 0,-1-1 0,4 1 0,-5-1 0,-1-1 0,1 1 0,0 0 0,-1-1 0,1 1 0,0-1 0,-1 1 0,1-1 0,-1 1 0,1-1 0,-1 1 0,1-1 0,-1 1 0,0-1 0,1 0 0,-1 1 0,0-1 0,1 0 0,-1 1 0,0-1 0,0 0 0,1 1 0,-1-1 0,0 0 0,0 0 0,0 1 0,0-1 0,0 0 0,0 1 0,0-1 0,0 0 0,-1 0 0,1 1 0,0-1 0,0 0 0,-1 1 0,1-2 0,-11-34 0,8 29 0,-16-54 0,4 12 0,-35-79 0,34 93 0,-13-27 0,27 58 0,0 0 0,-1 0 0,0 1 0,0-1 0,0 0 0,0 1 0,-1 0 0,1 0 0,-1 0 0,0 0 0,-4-2 0,6 4 0,0 0 0,0 1 0,0-1 0,-1 1 0,1 0 0,0-1 0,0 1 0,-1 0 0,1 0 0,0 1 0,-1-1 0,1 0 0,0 1 0,0-1 0,-1 1 0,1 0 0,0 0 0,0 0 0,0 0 0,0 0 0,0 0 0,0 1 0,0-1 0,1 0 0,-1 1 0,0 0 0,-2 2 0,-4 6 0,0-1 0,0 1 0,-11 19 0,6-4 0,0 0 0,2 0 0,-15 52 0,-12 87 0,-3 6 0,36-149-195,-2-1 0,0 0 0,-1 0 0,-1-1 0,-1 0 0,-16 22 0,3-14-6631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00:04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16577 598 24575,'2'2'0,"0"1"0,0 0 0,1-1 0,-2 1 0,1 0 0,0 0 0,-1 1 0,1-1 0,-1 0 0,0 0 0,0 1 0,0-1 0,-1 0 0,1 1 0,-1-1 0,0 1 0,1-1 0,-2 1 0,1-1 0,0 1 0,-1-1 0,0 1 0,1-1 0,-1 0 0,-1 0 0,1 1 0,-2 2 0,-1 3 0,-1 0 0,-1 0 0,1 0 0,-1-1 0,-1 0 0,1-1 0,-15 14 0,-2-3 0,-1-1 0,-1-1 0,0-1 0,-1-1 0,0-2 0,-1 0 0,-1-2 0,0-1 0,0-1 0,-1-1 0,-45 4 0,14-6 0,0-2 0,1-3 0,-1-3 0,-106-18 0,-849-233 0,511 113 0,100 29 0,215 55 0,-264-65 0,311 103 0,-249-2 0,195 16 0,-389-40 0,-161-5 0,-225 19 0,-748 4-1379,607 20 1403,-1542-5-1783,1646 76 793,50 45 1287,699-68-4142,144-16 4785,-146 54-1,223-64 2070,-47 26 0,-91 64-3902,145-85 1325,-34 21-456,0-2 0,-113 91 0,148-106 0,-40 25 0,51-37 0,0 0 0,0 2 0,1 0 0,1 1 0,0 0 0,-27 36 0,-29 41 0,-5 9 0,68-85 0,1 0 0,0 0 0,1 1 0,1 0 0,-6 19 0,12-31 0,0-1 0,0 1 0,-1-1 0,0 0 0,0 1 0,0-1 0,0 0 0,-1 0 0,1-1 0,-1 1 0,0 0 0,0-1 0,0 0 0,-1 0 0,1 0 0,-1 0 0,0 0 0,0-1 0,0 1 0,0-1 0,0 0 0,0 0 0,0-1 0,-1 1 0,1-1 0,-1 0 0,1 0 0,-1-1 0,0 1 0,1-1 0,-1 0 0,1 0 0,-6-1 0,-1 0 0,-1-1 0,1 0 0,0 0 0,0-1 0,0 0 0,0-1 0,-15-8 0,-71-45 0,52 29 0,-283-186 0,67 25 0,236 163 0,24 18 0,16 14 0,-2 3 0,-2 0 0,1 1 0,-1 1 0,-1 0 0,0 0 0,0 1 0,-1 1 0,-1-1 0,10 20 0,-7-6 0,-1-1 0,8 34 0,9 21 0,-26-77 0,0 0 0,1 0 0,-1 0 0,1-1 0,0 1 0,0 0 0,0-1 0,0 0 0,0 1 0,1-1 0,-1 0 0,1 0 0,-1 0 0,1-1 0,0 1 0,0-1 0,5 3 0,2-1 0,1 0 0,1-1 0,20 2 0,41 1 0,0-3 0,97-10 0,148-31 0,-296 36 0,132-24-33,-81 13-411,0 2 0,129-2 0,-182 14-6382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00:06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31 249 24575,'1'88'0,"-3"97"0,-6-156 0,1-25 0,2-20 0,-1-47 0,2 0 0,7-79 0,-2 133 0,8-112 0,-7 112 0,0-1 0,0 0 0,0 0 0,1 1 0,1-1 0,0 1 0,0 0 0,1 0 0,9-13 0,-11 18 0,0 2 0,0-1 0,0 0 0,0 0 0,1 1 0,-1 0 0,1 0 0,-1 0 0,1 0 0,0 0 0,0 1 0,0-1 0,0 1 0,0 0 0,0 1 0,0-1 0,0 1 0,1-1 0,-1 1 0,0 0 0,6 2 0,8 1 0,0 0 0,0 2 0,29 11 0,-40-13 0,393 155 0,-20-8 0,570 164 0,-819-279 0,208 26 0,135-19 0,-431-41 0,-23-1 0,-1 1 0,0 0 0,1 1 0,24 7 0,-39-8 0,-1 1 0,0-1 0,1 1 0,-1 0 0,0 0 0,0 0 0,0 1 0,-1-1 0,1 1 0,0 0 0,-1 0 0,0 0 0,0 1 0,0-1 0,0 1 0,0 0 0,-1 0 0,0 0 0,1 0 0,-1 0 0,-1 0 0,1 0 0,1 7 0,1 1-170,0 0-1,1 0 0,0 0 1,1-1-1,0 0 0,0 0 1,12 14-1,-4-5-6655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51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24412,'-164'3987'0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54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960 1 24575,'1'0'0,"0"1"0,0-1 0,0 0 0,0 1 0,0-1 0,-1 1 0,1 0 0,0-1 0,0 1 0,-1 0 0,1 0 0,0-1 0,-1 1 0,1 0 0,0 0 0,-1 0 0,0 0 0,1-1 0,-1 1 0,1 0 0,-1 0 0,0 0 0,0 0 0,1 0 0,-1 0 0,0 1 0,5 33 0,-5-31 0,7 91 0,-9 139 0,-25 97 0,18-245 0,-21 137 0,-116 432 0,75-426 0,53-174 0,-2-2 0,-2-1 0,-47 80 0,1-3 0,-47 97 0,65-132 0,36-69 0,-2 0 0,-19 23 0,20-30 0,1 1 0,1 1 0,-21 41 0,5 3 0,-14 35 0,2-3 0,31-79 0,1 1 0,1 0 0,1 1 0,1 0 0,0 0 0,2 1 0,-4 28 0,7-26 0,-13 139 0,5-72 0,4 0 0,7 96 0,0-50 0,-2 110-1365,0-221-5461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02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24575,'38'2'0,"0"2"0,48 11 0,5 1 0,151 10 0,289-5 0,-423-17 0,194 32 0,-182-17 0,130 3 0,572-21 0,-396-3 0,182 19 0,138-3 0,-476-17 0,-168 2 0,120 3 0,-188 2-1365,-8 2-5461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03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24575,'3'3'0,"-1"0"0,0 1 0,0-1 0,0 0 0,0 1 0,0-1 0,-1 1 0,1 0 0,-1 0 0,0-1 0,1 8 0,2 46 0,-3-41 0,-1 15 0,-1 1 0,-1-1 0,-1 0 0,-2 0 0,-15 53 0,-6 35 0,11-40 0,9-44-38,2 0-1,2 1 1,3 56 0,0-36-1174,0-29-5614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05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1 325 24575,'0'-1'0,"0"0"0,1 0 0,-1 1 0,0-1 0,1 0 0,-1 0 0,1 0 0,-1 0 0,1 0 0,-1 0 0,1 1 0,0-1 0,-1 0 0,1 1 0,0-1 0,0 0 0,-1 1 0,1-1 0,0 1 0,0-1 0,0 1 0,0-1 0,0 1 0,0 0 0,0-1 0,0 1 0,1 0 0,30-6 0,-29 6 0,45-2 0,0 2 0,84 10 0,-17 0 0,321 34 0,-2 26 0,98 14 0,-72-49 0,-278-25 0,80-2 0,55 4 0,-147-1 0,104 12 0,-131-12 0,185-10 0,-149-3 0,-75 2 0,119 16 0,-120-7 0,148-6 0,-135-4 0,-104 1 0,1 0 0,-1-1 0,1 0 0,17-5 0,-26 5 0,-1 0 0,0 0 0,0 0 0,1-1 0,-1 1 0,0-1 0,0 0 0,0 0 0,-1 0 0,1 0 0,0-1 0,-1 1 0,1-1 0,-1 1 0,0-1 0,0 0 0,0 0 0,0 0 0,-1 0 0,3-6 0,-1-4 0,0 0 0,0 0 0,-2 0 0,0-1 0,0 1 0,-2-20 0,0 16 0,1 0 0,1 1 0,4-28 0,3-7-35,-2 0-1,-3-1 1,-4-76 0,0 46-1189,1 59-5602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08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24575,'2'0'0,"-1"0"0,1 1 0,0-1 0,0 1 0,-1 0 0,1-1 0,-1 1 0,1 0 0,0 0 0,-1 0 0,0 0 0,1 0 0,-1 1 0,0-1 0,1 0 0,-1 1 0,0-1 0,0 0 0,0 1 0,0-1 0,0 1 0,0 0 0,-1-1 0,1 3 0,13 41 0,-8-2 0,-2-1 0,-2 1 0,-4 62 0,-1-21 0,2-18 0,-14 103 0,11-151 0,2-8 0,0 1 0,1-1 0,0 1 0,1 18 0,0-27 0,0 1 0,1-1 0,-1 0 0,1 0 0,-1 0 0,1 0 0,0 0 0,0 0 0,0 0 0,0 0 0,0 0 0,0 0 0,1 0 0,-1 0 0,0-1 0,1 1 0,0-1 0,-1 1 0,1-1 0,0 1 0,0-1 0,0 0 0,0 0 0,0 0 0,0 0 0,0 0 0,0-1 0,2 1 0,27 5 0,0-3 0,0 0 0,0-2 0,49-5 0,-12 1 0,-23 3 0,868-2 0,-685 15 0,58 1 0,-25-2 0,-63 0 0,163 10 0,-249-14 0,421 65 0,-434-57 0,2-4 0,103-2 0,-170-9 0,57 11 0,-55-6 0,41 1 0,-1-6 0,131 8 0,21 25 0,-205-29 0,-1-1 0,1-1 0,41-1 0,-58-2 0,-1 0 0,1 0 0,-1-1 0,0 0 0,1 0 0,-1-1 0,0 1 0,0-1 0,0-1 0,0 1 0,0 0 0,0-1 0,0 0 0,-1 0 0,0-1 0,0 1 0,1-1 0,-2 0 0,1 0 0,0 0 0,3-7 0,-1-1 0,-1 0 0,-1 0 0,0 0 0,-1-1 0,0 0 0,-1 1 0,0-1 0,-1 0 0,0 0 0,-2-18 0,0 12 0,2-1 0,0 1 0,7-32 0,20-45 0,14-64 0,-40 151-227,1 0-1,0-1 1,0 1-1,1 1 1,10-17-1,-3 7-6598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1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1393 0 24575,'0'714'0,"0"-709"0,0 0 0,0 0 0,-1 0 0,0 0 0,0-1 0,0 1 0,0 0 0,-1-1 0,0 1 0,0-1 0,0 1 0,0-1 0,-1 0 0,1 0 0,-8 8 0,5-8 0,0 1 0,0-1 0,-1 0 0,0 0 0,0-1 0,0 1 0,0-1 0,0-1 0,-1 1 0,-7 1 0,-13 1 0,0 0 0,0-2 0,-1-1 0,-40-3 0,63 1 0,-368-2 0,361 1 0,1 0 0,-1-1 0,1 0 0,-1-1 0,1 0 0,0-1 0,-15-7 0,-16-5 0,-137-32 0,112 32 0,49 13 0,-1-2 0,1 0 0,1 0 0,-1-2 0,-17-9 0,8 3 44,0 1 0,-33-9-1,-22-10-1539,62 22-5330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3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24575,'1'0'0,"1"1"0,-1-1 0,0 1 0,0-1 0,0 1 0,0 0 0,0 0 0,0-1 0,0 1 0,0 0 0,0 0 0,0 0 0,0 0 0,0 0 0,0 0 0,-1 0 0,1 0 0,0 1 0,-1-1 0,1 0 0,-1 0 0,0 0 0,1 1 0,-1-1 0,0 0 0,0 0 0,1 3 0,3 42 0,-3-41 0,1 293 0,-4-152 0,1-122 0,-2 0 0,-1 0 0,0 0 0,-12 31 0,9-31 0,1 0 0,1 1 0,-4 47 0,10 328-1365,-1-388-5461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5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24575,'0'709'0,"2"-660"0,13 68 0,-4-34 0,-10-79-97,4 23 326,-5-26-291,0 0 0,0 0-1,1 0 1,-1 0 0,0 0-1,1 0 1,-1 0-1,1 0 1,-1 0 0,1-1-1,0 1 1,-1 0-1,1 0 1,0-1 0,-1 1-1,1 0 1,0-1-1,0 1 1,0-1 0,0 1-1,-1-1 1,1 1-1,1-1 1,9 0-6764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6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0,0-1 0,0 0 0,0 1 0,0-1 0,0 1 0,0 0 0,0-1 0,-1 1 0,1-1 0,0 1 0,0 0 0,-1 0 0,1 0 0,0-1 0,-1 1 0,1 0 0,-1 0 0,1 0 0,-1 0 0,1 0 0,-1 0 0,0 0 0,0 0 0,1 0 0,-1 0 0,0 1 0,5 36 0,-4-32 0,4 419 0,-8-229 0,3 238 0,0-425-136,0 1-1,1-1 1,0 1-1,0-1 1,1 0-1,0 0 1,1 0-1,0 0 0,5 11 1,3-2-6690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6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7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7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19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24575,'1'0'0,"0"0"0,0 1 0,0-1 0,0 0 0,0 1 0,0-1 0,-1 1 0,1-1 0,0 1 0,0 0 0,0-1 0,-1 1 0,1 0 0,0-1 0,0 1 0,-1 0 0,1 0 0,-1 0 0,1 0 0,-1 0 0,1-1 0,-1 1 0,0 0 0,1 0 0,-1 0 0,0 0 0,1 2 0,4 32 0,-5-31 0,2 23 0,-2 0 0,-1 0 0,-1 0 0,-8 37 0,-33 103 0,24-102 0,-11 75 0,-18 115 0,42-219 0,1 0 0,2 1 0,2-1 0,1 1 0,6 42 0,-4-64-151,0-1-1,2 1 0,0-1 0,0 0 1,1-1-1,1 1 0,0-1 1,15 23-1,-10-19-6674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0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2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24575,'0'-4'0,"0"2"0,0 7 0,0 7 0,0 6 0,0 5 0,0 2 0,0 3 0,0 1 0,0-1 0,0 1 0,0-1 0,0 0 0,4-5 0,2-1 0,0-5-8191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4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24575,'5'0'0,"1"-5"0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5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24575,'0'2'0,"1"-1"0,-1 1 0,1-1 0,-1 1 0,1-1 0,0 1 0,0-1 0,0 0 0,-1 1 0,1-1 0,0 0 0,1 0 0,-1 0 0,0 0 0,0 0 0,0 0 0,1 0 0,-1 0 0,3 1 0,29 13 0,-17-11 0,0 0 0,1-1 0,-1-1 0,1-1 0,30-1 0,15 2 0,-59-2 0,-1 0 0,1 1 0,-1-1 0,1 1 0,-1-1 0,0 1 0,1 0 0,-1 0 0,0 0 0,0 0 0,0 1 0,1-1 0,-1 0 0,-1 1 0,1 0 0,0-1 0,0 1 0,0 0 0,1 2 0,-1 0 0,1 0 0,-1 1 0,0-1 0,-1 1 0,1-1 0,-1 1 0,0-1 0,0 1 0,1 7 0,-2 4 0,0 0 0,0 0 0,-2 1 0,-6 30 0,7-42-47,-8 32-612,-5 60 0,12-74-6167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6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11 24575,'-5'0'0,"3"0"0,7 0 0,7 0 0,6 0 0,5 0 0,3 0 0,1 0 0,2 0 0,0 0 0,-6-5 0,-5-1-8191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7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 24575,'0'16'0,"-1"1"0,0-1 0,-1 0 0,-1 0 0,0 0 0,-2 0 0,1 0 0,-2-1 0,0 1 0,-1-2 0,-15 26 0,21-38-3,0-1-1,0 0 1,0 1-1,0-1 1,0 1-1,0-1 1,1 1-1,-1-1 1,1 1-1,-1 0 1,1-1-1,0 1 1,-1 0-1,1-1 1,0 1-1,0 0 1,0-1-1,0 1 1,1 0-1,-1-1 1,0 1-1,2 3 1,-1-4 15,0 1-1,1-1 1,-1 1 0,0-1 0,1 0-1,-1 0 1,1 0 0,0 1 0,-1-1 0,1-1-1,0 1 1,-1 0 0,1 0 0,0-1-1,0 1 1,3 0 0,5 0-224,0 0 0,-1 0 0,1-1-1,0 0 1,0 0 0,17-4 0,-2-3-6614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28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7 24575,'0'-5'0,"0"4"0,0 6 0,0 7 0,0 6 0,0 4 0,0 4 0,0 2 0,0 0 0,0 1 0,-4-1 0,-2 1 0,0-1 0,1 0 0,2-1 0,1-4-8191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30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24575,'4'-5'0,"7"-6"0,6-1 0,5 1 0,3 3 0,2 2 0,1 3 0,0 1 0,1 2 0,-1 0 0,0 0 0,4 1 0,7-1 0,0 1 0,4-1 0,-6 0-8191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34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0 24575,'-1'0'0,"0"1"0,0-1 0,0 1 0,-1-1 0,1 1 0,0 0 0,0 0 0,0-1 0,0 1 0,0 0 0,0 0 0,0 0 0,0 0 0,0 0 0,1 0 0,-1 0 0,0 0 0,1 0 0,-1 0 0,1 1 0,-1-1 0,1 0 0,-1 0 0,1 1 0,0-1 0,0 0 0,-1 3 0,-4 41 0,5-40 0,-3 369 0,5-189 0,-2 245 0,-2-390 0,-12 68 0,3-35 0,-54 257 0,39-218 0,14-56 0,-8 28 0,4 0 0,-11 166 0,14-88 0,0-13 0,11-108 0,-9 40 0,5-41 0,-2 41 0,7 553 0,3-303 0,-23 99 0,18-410 0,-4 40 0,7-55 0,0-1 0,0 1 0,0-1 0,1 1 0,0-1 0,-1 1 0,1-1 0,1 1 0,2 6 0,-2-9 0,-1 0 0,1 0 0,-1 0 0,1 0 0,0 0 0,0-1 0,0 1 0,0-1 0,0 1 0,0-1 0,1 0 0,-1 0 0,0 0 0,0 0 0,1 0 0,-1-1 0,4 2 0,45 2 0,-49-3 0,70-3 0,0-3 0,80-17 0,96-6 0,169 30 0,-280 10 0,35 2 0,47 3 0,-50-2 0,-103-11 0,-1 3 0,66 15 0,-3 13 0,56 13 0,-148-41 0,1-2 0,0-1 0,44-1 0,-37-5 0,1 3 0,0 1 0,0 2 0,0 3 0,51 13 0,-28 0 0,142 37 0,-166-48 0,0-2 0,85 4 0,-120-11-71,39 0-576,72 9 0,-88-4-6179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36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2136 0 24575,'-44'676'0,"43"-666"0,-131 754 0,85-533 0,37-163 0,-3 127 0,12-124 0,-19 114 0,-12-26 0,-20 116 0,32-144 0,3-31 0,-4 122 0,4 108 0,6-148 0,1-95 0,-3 0 0,-47 161 0,-8 38 0,57-197 0,9-57 0,-3-1 0,0 1 0,-13 40 0,2-15 0,12-41 0,0 0 0,-1-1 0,0 0 0,-13 24 0,15-35 0,1 1 0,-1-1 0,-1 0 0,1 0 0,0-1 0,-1 1 0,0-1 0,0 0 0,0 0 0,0 0 0,-1 0 0,1-1 0,-1 1 0,1-1 0,-1 0 0,0-1 0,0 1 0,0-1 0,-5 1 0,-17 1 0,0-1 0,-1-1 0,1-2 0,-31-3 0,-108-24 0,155 26 0,-39-10 0,-61-23 0,68 20 0,0 1 0,-53-8 0,-2 2-1755,0-5 1,-131-51-1,46 14 235,142 50 1286,9 5-939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38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24575,'4'-1'0,"1"0"0,-1 1 0,1-1 0,-1-1 0,0 1 0,5-2 0,15-5 0,20 2 0,1 1 0,80 2 0,91 19 0,28 0 0,576-17 0,-572 22 0,-119-5 0,172 4 0,-64-5 0,163 31 0,-151-19 0,18 2 0,-102-11 0,23 3 0,305 58 0,-438-74 0,94-3 0,7 0 0,-70 11 0,-57-8 0,47 4 0,60-9-1365,-113 0-5461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1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24575,'0'-1'0,"1"0"0,-1-1 0,1 1 0,-1 0 0,1 0 0,0 0 0,-1 0 0,1 0 0,0 0 0,0 0 0,0 0 0,0 0 0,0 0 0,0 1 0,0-1 0,0 0 0,0 0 0,0 1 0,0-1 0,0 1 0,1-1 0,-1 1 0,0 0 0,0-1 0,1 1 0,-1 0 0,2 0 0,42-5 0,-40 5 0,388-3 0,-203 5 0,-4-3 0,208 3 0,-266 9 0,200 43 0,-41-4 0,311 11-3688,-65-10 592,-155-9 4669,449 71 3638,-528-77-5211,-182-26 0,70 0-1365,-164-10-5461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2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24575,'0'4'0,"0"7"0,0 1-8191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2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24575,'0'5'0,"0"5"0,0 2-8191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2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2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24575,'0'4'0,"0"7"0,0 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3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5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24575,'1326'0'0,"-1298"2"0,0 0 0,29 7 0,-25-3 0,38 2 0,82-5 0,143 11 0,391 50 0,-448-61 0,95 7 0,326 51 0,-270-24 0,-198-13-1365,-166-22-5461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7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0 24575,'2'1'0,"0"-1"0,0 0 0,1 1 0,-1 0 0,0 0 0,0-1 0,0 1 0,0 0 0,0 1 0,0-1 0,0 0 0,0 0 0,-1 1 0,1-1 0,0 1 0,-1 0 0,1-1 0,-1 1 0,0 0 0,1 0 0,-1 0 0,0 0 0,0 0 0,0 0 0,-1 0 0,1 0 0,0 1 0,-1-1 0,1 4 0,2 10 0,0 0 0,-2 0 0,1 17 0,-2-19 0,-1 22 0,-1 0 0,-2-1 0,-1 1 0,-2-1 0,-16 45 0,11-39 0,2 1 0,2 1 0,-4 53 0,10-34 0,1-5 0,-3 1 0,-19 105 0,6-101 0,8-27 0,0 1 0,-5 57 0,-26 253 0,13-205 0,11-69 0,4 2 0,-5 106 0,4-20 0,0 1 0,14 469 0,0-589 0,11 56 0,1 22 0,-12 102 0,-1-125 0,-2-76 0,0 1 0,-8 35 0,5-34 0,1 0 0,-1 26 0,4 5-1365,2-29-5461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49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0 24575,'2'0'0,"0"1"0,0-1 0,0 1 0,0-1 0,0 1 0,0 0 0,0 0 0,0 0 0,-1 0 0,1 0 0,0 0 0,-1 0 0,1 1 0,0-1 0,-1 1 0,0-1 0,1 1 0,-1-1 0,0 1 0,0 0 0,0-1 0,0 1 0,0 0 0,0 0 0,0 0 0,-1 0 0,2 4 0,1 9 0,1 0 0,2 28 0,-4-21 0,27 341 0,-32 1 0,-37 137 0,-33-3 0,66-451 0,-38 440 0,10-71 0,23-324 0,-25 216 0,25-228 0,7-55 0,-4 48 0,11-35 0,1 0 0,1-1 0,16 60 0,-10-53 0,8 84 0,-12-79-1365,0-31-5461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6:5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24575,'5'0'0,"1"4"0,0 7 0,-1 6 0,3 4 0,0 4 0,0 2 0,-3 1 0,3 0 0,0 1 0,-1-1 0,-2 0 0,-2 0 0,-1 0 0,-2-1 0,5-4 0,1-2 0,0-5-8191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01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 1 24575,'-41'0'0,"1"2"0,-1 2 0,1 2 0,-1 1 0,-58 20 0,95-25 0,0 0 0,0 0 0,1 0 0,-1 1 0,0 0 0,1 0 0,-1 0 0,1 0 0,0 0 0,0 1 0,0-1 0,1 1 0,-1 0 0,1 0 0,0 0 0,0 0 0,0 0 0,1 0 0,-1 1 0,1-1 0,0 0 0,0 1 0,1-1 0,-1 1 0,1-1 0,0 1 0,0-1 0,1 1 0,-1-1 0,1 1 0,0-1 0,0 1 0,0-1 0,3 6 0,-3-9 0,-1 1 0,1-1 0,0 1 0,0-1 0,-1 1 0,1-1 0,0 0 0,0 1 0,1-1 0,-1 0 0,0 0 0,0 0 0,0 0 0,1 0 0,-1 0 0,0 0 0,1 0 0,-1-1 0,1 1 0,-1 0 0,1-1 0,0 1 0,-1-1 0,1 0 0,-1 1 0,1-1 0,0 0 0,1 0 0,5-1 0,-1-1 0,0 1 0,0-1 0,0 0 0,10-5 0,-11 4 0,0 0 0,0 1 0,0 0 0,0 0 0,0 1 0,1 0 0,6-1 0,-11 3 0,-1-1 0,1 0 0,0 1 0,0-1 0,-1 1 0,1-1 0,0 1 0,0 0 0,-1 0 0,1 0 0,-1 0 0,1 0 0,-1 0 0,1 0 0,-1 0 0,0 1 0,0-1 0,1 0 0,-1 1 0,0-1 0,0 1 0,0-1 0,-1 1 0,1 0 0,0-1 0,-1 1 0,1 0 0,-1 0 0,1 2 0,0 0 0,-1-1 0,0 0 0,1 1 0,-2-1 0,1 0 0,0 0 0,0 1 0,-1-1 0,0 0 0,0 0 0,0 0 0,0 1 0,0-1 0,-1 0 0,1-1 0,-1 1 0,0 0 0,1 0 0,-2-1 0,-2 4 0,-4 4 0,0-1 0,-1 1 0,-17 11 0,15-11-151,0-1-1,-1 0 0,0-1 0,-1 0 1,0-1-1,0-1 0,0 0 1,-17 4-1,8-6-6674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02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24575,'5'0'0,"1"5"0,0 5 0,-1 7 0,-1 4 0,-2 4 0,-1 2 0,-1 1 0,0 1 0,-5-1 0,-1 0 0,-1 0 0,2 0 0,2-5-8191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04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24575,'1'-3'0,"0"0"0,1 1 0,0-1 0,0 0 0,0 1 0,0-1 0,0 1 0,0-1 0,0 1 0,1 0 0,0 0 0,-1 0 0,1 1 0,0-1 0,3-1 0,5-4 0,-6 3 0,0 0 0,1 1 0,-1 0 0,1 0 0,0 0 0,0 1 0,0 0 0,0 0 0,0 0 0,0 1 0,0 0 0,1 0 0,-1 1 0,12 0 0,-15 1 0,1-1 0,-1 1 0,0 0 0,0 0 0,0 0 0,0 0 0,0 0 0,0 1 0,-1 0 0,1-1 0,0 1 0,-1 0 0,1 0 0,-1 1 0,0-1 0,1 0 0,-1 1 0,0-1 0,-1 1 0,1 0 0,0 0 0,-1-1 0,1 1 0,-1 0 0,0 0 0,0 1 0,0-1 0,-1 0 0,1 0 0,0 6 0,-1-1 0,0 0 0,0 0 0,-1 0 0,0 0 0,-1 0 0,0 0 0,0 0 0,0-1 0,-1 1 0,0-1 0,-1 1 0,1-1 0,-1 0 0,-6 6 0,4-3 0,1 0 0,0 0 0,0 0 0,1 1 0,-6 20 0,10-30 0,-1 1 0,1-1 0,0 1 0,-1-1 0,1 1 0,0-1 0,0 1 0,0 0 0,1-1 0,-1 1 0,0-1 0,1 1 0,-1-1 0,1 1 0,-1-1 0,1 1 0,-1-1 0,1 0 0,0 1 0,0-1 0,0 0 0,0 1 0,1 0 0,0 0 0,0-1 0,0 0 0,1 0 0,-1 0 0,0 0 0,1 0 0,-1 0 0,0-1 0,1 1 0,-1-1 0,1 1 0,-1-1 0,4 0 0,6 0 0,0-1 0,0-1 0,0 0 0,21-6 0,-5-2-1365,-3-1-5461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18.4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 24575,'0'0'0,"-1"0"0,1 0 0,-1 0 0,1 0 0,-1 0 0,1 0 0,-1 0 0,1 0 0,-1 0 0,1 0 0,-1 0 0,1 0 0,-1 0 0,1 0 0,-1 1 0,1-1 0,-1 0 0,1 0 0,-1 1 0,1-1 0,0 0 0,-1 1 0,1-1 0,-1 0 0,1 1 0,0-1 0,0 0 0,-1 1 0,1-1 0,0 1 0,-1-1 0,1 1 0,0-1 0,0 1 0,0-1 0,0 1 0,0-1 0,-1 1 0,1-1 0,0 1 0,0-1 0,0 1 0,0-1 0,0 1 0,1-1 0,-1 1 0,0-1 0,0 1 0,0 0 0,1 1 0,0-1 0,-1 1 0,1 0 0,0-1 0,0 1 0,0 0 0,0-1 0,1 1 0,-1-1 0,0 0 0,1 1 0,-1-1 0,2 1 0,18 8 0,0-1 0,0-1 0,1-1 0,0-1 0,28 4 0,-26-5 0,162 30 0,-116-26-1365,-49-8-5461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19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24575,'1'2'0,"-1"0"0,0 0 0,0 1 0,1-1 0,-1 0 0,1 0 0,0 0 0,0 0 0,-1 0 0,1 0 0,1 0 0,-1 0 0,0 0 0,0 0 0,1-1 0,-1 1 0,1 0 0,-1-1 0,1 1 0,0-1 0,0 0 0,-1 1 0,1-1 0,0 0 0,0 0 0,0 0 0,0-1 0,1 1 0,-1 0 0,0-1 0,2 1 0,11 2 0,-1-1 0,1-1 0,27-1 0,-10 1 0,63 11 0,-57-6 0,51 1 0,47-8-1365,-113 1-5461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0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24575,'0'0'0,"0"0"0,0-1 0,0 1 0,0 0 0,0 0 0,0 0 0,0 0 0,0-1 0,0 1 0,0 0 0,0 0 0,0 0 0,0 0 0,0-1 0,0 1 0,1 0 0,-1 0 0,0 0 0,0 0 0,0 0 0,0-1 0,0 1 0,0 0 0,1 0 0,-1 0 0,0 0 0,0 0 0,0 0 0,0 0 0,1 0 0,-1 0 0,0-1 0,0 1 0,0 0 0,0 0 0,1 0 0,-1 0 0,0 0 0,0 0 0,0 0 0,1 0 0,11 4 0,10 10 0,64 62 0,-65-55 0,2 0 0,0-2 0,48 30 0,-61-44 0,0 1 0,-1 0 0,0 0 0,0 0 0,0 2 0,11 11 0,-18-17 0,0 1 0,0 0 0,-1-1 0,1 1 0,-1 0 0,0 0 0,1 0 0,-1 0 0,-1 0 0,1 0 0,0 0 0,-1 0 0,0 1 0,1-1 0,-1 0 0,0 0 0,-1 0 0,1 0 0,-1 1 0,1-1 0,-1 0 0,0 0 0,0 0 0,0 0 0,-1 0 0,1 0 0,-3 4 0,-7 9 0,1-1 0,-2 0 0,0 0 0,-23 20 0,21-22 0,2 0 0,-1 1 0,2 0 0,0 0 0,-14 25 0,-78 160-1365,94-180-5461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33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24575,'2'0'0,"1"0"0,0 1 0,-1 0 0,1-1 0,-1 1 0,1 0 0,-1 0 0,0 0 0,1 1 0,-1-1 0,0 0 0,0 1 0,0 0 0,0-1 0,0 1 0,0 0 0,0 0 0,-1 0 0,1 0 0,-1 0 0,1 1 0,0 2 0,3 5 0,0 0 0,-1 0 0,6 19 0,0 16 0,6 49 0,6 29 0,-22-122 0,0 0 0,1-1 0,-1 1 0,0 0 0,0 0 0,0 0 0,0 0 0,1 0 0,-1-1 0,0 1 0,1 0 0,-1 0 0,0 0 0,1-1 0,-1 1 0,1 0 0,0-1 0,-1 1 0,1 0 0,0-1 0,-1 1 0,1-1 0,0 1 0,-1-1 0,2 1 0,-1-1 0,0-1 0,0 1 0,0-1 0,0 1 0,-1-1 0,1 0 0,0 1 0,-1-1 0,1 0 0,0 0 0,-1 1 0,1-1 0,-1 0 0,1 0 0,-1 0 0,1 0 0,-1 0 0,0-1 0,18-55 0,-17 53 0,6-32 0,-4 17 0,1 0 0,0 1 0,12-30 0,-14 45 0,-1 0 0,0 0 0,1 0 0,0 0 0,-1 0 0,1 0 0,0 0 0,1 0 0,-1 1 0,0-1 0,1 1 0,0 0 0,-1 0 0,1 0 0,0 0 0,0 0 0,0 0 0,0 1 0,1-1 0,-1 1 0,0 0 0,0 0 0,1 0 0,-1 1 0,7-1 0,-7 1 0,1 1 0,-1 0 0,0 0 0,1 0 0,-1 0 0,0 1 0,1-1 0,-1 1 0,0 0 0,0-1 0,0 2 0,-1-1 0,1 0 0,0 0 0,-1 1 0,1 0 0,-1-1 0,0 1 0,0 0 0,0 0 0,1 4 0,7 10 0,-2 0 0,11 28 0,-16-37 0,-2-6 0,2 7 0,0 1 0,1-1 0,1-1 0,0 1 0,6 9 0,-10-17 0,0 0 0,0 0 0,0 0 0,0 0 0,0 0 0,0 0 0,1 0 0,-1 0 0,0 0 0,0-1 0,1 1 0,-1-1 0,0 1 0,1-1 0,-1 1 0,0-1 0,3 1 0,-2-2 0,0 1 0,0 0 0,-1-1 0,1 1 0,0-1 0,-1 0 0,1 0 0,0 1 0,-1-1 0,1 0 0,-1 0 0,1 0 0,-1-1 0,0 1 0,1 0 0,-1 0 0,0-1 0,1-1 0,10-14 0,0-1 0,-1-1 0,-1 0 0,9-24 0,17-32 0,-36 74 0,0 1 0,0-1 0,1 1 0,-1-1 0,0 0 0,1 1 0,-1-1 0,1 1 0,-1-1 0,0 0 0,1 1 0,-1-1 0,1 1 0,0 0 0,-1-1 0,1 1 0,-1-1 0,1 1 0,0 0 0,-1 0 0,1-1 0,-1 1 0,1 0 0,0 0 0,0 0 0,-1-1 0,1 1 0,0 0 0,-1 0 0,2 0 0,-1 1 0,0 0 0,1 0 0,-1-1 0,0 1 0,0 0 0,0 0 0,0 0 0,0 0 0,-1 0 0,1 1 0,0-1 0,0 0 0,-1 0 0,2 2 0,16 53 0,-16-51 0,10 57 0,-10-47 0,1 1 0,0-1 0,1 1 0,1-1 0,11 24 0,-15-37 0,0 0 0,0 0 0,1 1 0,-1-1 0,1 0 0,0-1 0,0 1 0,-1 0 0,1 0 0,0-1 0,0 1 0,1-1 0,-1 1 0,0-1 0,0 0 0,1 0 0,-1 0 0,0 0 0,1-1 0,-1 1 0,1-1 0,-1 1 0,1-1 0,0 0 0,-1 0 0,1 0 0,-1 0 0,1 0 0,4-2 0,-3 1 0,0 0 0,0-1 0,0 0 0,0 0 0,-1 0 0,1 0 0,-1 0 0,0-1 0,1 1 0,-1-1 0,0 0 0,0 0 0,-1 0 0,1-1 0,-1 1 0,1 0 0,2-7 0,1-4 0,0 0 0,-1-1 0,-1 0 0,0 0 0,-1 0 0,0 0 0,-2 0 0,1-1 0,-2 1 0,0 0 0,-4-30 0,3 43 0,1 1 0,0-1 0,-1 0 0,1 1 0,-1-1 0,0 0 0,1 1 0,-1-1 0,0 1 0,0-1 0,0 1 0,0-1 0,0 1 0,-1 0 0,1-1 0,0 1 0,-2-1 0,2 1 0,0 1 0,0 0 0,0 0 0,1 0 0,-1 0 0,0 0 0,0 0 0,0 0 0,0 0 0,1 0 0,-1 0 0,0 1 0,0-1 0,0 0 0,1 0 0,-1 1 0,0-1 0,0 1 0,1-1 0,-1 0 0,0 1 0,1-1 0,-1 1 0,-1 1 0,-1 2 0,-1 0 0,0 1 0,1 0 0,0 0 0,0-1 0,1 2 0,-1-1 0,-3 10 0,3-2 0,0-1 0,0 0 0,1 1 0,1 0 0,0-1 0,1 1 0,1 15 0,0-22 0,-1-1 0,2 1 0,-1-1 0,0 0 0,1 1 0,0-1 0,0 0 0,1 0 0,0 0 0,0-1 0,0 1 0,0-1 0,0 0 0,1 1 0,0-1 0,0-1 0,0 1 0,0-1 0,6 4 0,-1-1 0,1-1 0,0 0 0,0 0 0,0-1 0,1-1 0,-1 1 0,1-2 0,0 0 0,13 2 0,-20-4 0,1 0 0,-1 0 0,1 0 0,-1-1 0,1 1 0,-1-1 0,1 0 0,-1 0 0,0-1 0,1 1 0,-1-1 0,0 0 0,0 0 0,0-1 0,0 1 0,-1-1 0,1 1 0,-1-1 0,1 0 0,-1-1 0,0 1 0,0-1 0,0 1 0,4-8 0,-3 2 0,0 1 0,-1-1 0,1 1 0,-2-1 0,1 0 0,-1 0 0,-1 0 0,2-16 0,-3 22 0,0 1 0,1-1 0,-1 1 0,-1-1 0,1 1 0,0-1 0,-1 1 0,1-1 0,-1 1 0,0 0 0,1-1 0,-1 1 0,0 0 0,-1-1 0,1 1 0,0 0 0,-1 0 0,1 0 0,-1 0 0,1 0 0,-1 1 0,0-1 0,0 0 0,0 1 0,0-1 0,0 1 0,0 0 0,-1 0 0,1-1 0,0 2 0,-1-1 0,1 0 0,0 0 0,-1 1 0,-3-1 0,3 1 0,1 0 0,0 0 0,-1 0 0,1 0 0,-1 0 0,1 1 0,0-1 0,0 1 0,-1 0 0,1 0 0,0 0 0,0 0 0,0 0 0,0 0 0,0 0 0,0 1 0,-3 2 0,1-1 0,1 1 0,-1 0 0,1 0 0,0 1 0,0-1 0,1 0 0,-1 1 0,-1 5 0,1-4 0,1 1 0,0-1 0,0 1 0,0 0 0,1 0 0,0-1 0,0 1 0,1 0 0,0 0 0,0 0 0,0 0 0,3 10 0,-3-15 0,1-1 0,-1 0 0,1 1 0,-1-1 0,1 0 0,-1 1 0,1-1 0,-1 0 0,1 0 0,0 0 0,0 1 0,0-1 0,0 0 0,0 0 0,0 0 0,0-1 0,0 1 0,0 0 0,0 0 0,0-1 0,1 1 0,1 1 0,-1-2 0,-1 0 0,1 0 0,-1-1 0,0 1 0,1 0 0,-1 0 0,1-1 0,-1 1 0,1-1 0,-1 1 0,0-1 0,1 1 0,-1-1 0,0 0 0,0 0 0,1 0 0,0-1 0,4-3 0,-1 0 0,-1 0 0,1-1 0,-1 1 0,0-1 0,0 0 0,5-10 0,-5 5 0,10-21 0,-14 31 0,1 1 0,-1-1 0,1 0 0,-1 1 0,1-1 0,-1 0 0,1 1 0,0-1 0,-1 1 0,1-1 0,0 1 0,-1-1 0,1 1 0,0 0 0,0-1 0,-1 1 0,1 0 0,0-1 0,0 1 0,0 0 0,-1 0 0,1 0 0,0 0 0,0 0 0,0 0 0,-1 0 0,1 0 0,0 0 0,0 0 0,0 0 0,0 1 0,-1-1 0,1 0 0,1 1 0,1 0 0,4 3 0,1 0 0,-1-1 0,1 0 0,16 3 0,-21-6 0,0 1 0,0-1 0,0 0 0,0-1 0,0 1 0,1 0 0,-1-1 0,0 0 0,0 0 0,0 0 0,0 0 0,0 0 0,0-1 0,-1 1 0,1-1 0,4-3 0,14-15 0,-18 16 0,0 1 0,0 0 0,0 0 0,0 0 0,0 1 0,1-1 0,-1 1 0,1 0 0,-1 0 0,6-2 0,-8 4 0,-1 0 0,1 0 0,0 0 0,-1 0 0,1 0 0,0 0 0,-1 0 0,1 0 0,-1 0 0,1 1 0,0-1 0,-1 0 0,1 1 0,-1-1 0,1 0 0,0 1 0,-1-1 0,1 1 0,-1-1 0,1 1 0,-1-1 0,0 1 0,1-1 0,-1 1 0,1-1 0,-1 1 0,0 0 0,0-1 0,1 1 0,-1-1 0,0 2 0,8 25 0,-5-16 0,7 31 0,-3-11 0,-4-36 0,-2-24 0,-2 2 0,0 6 0,4-40 0,-3 57 0,0 0 0,1 0 0,0 0 0,0 0 0,0 0 0,0 0 0,1 0 0,-1 1 0,1-1 0,0 1 0,0-1 0,0 1 0,1 0 0,-1 0 0,1 0 0,4-4 0,-5 6 0,0 0 0,0 0 0,0 0 0,0 0 0,0 0 0,0 1 0,0-1 0,0 1 0,0 0 0,0-1 0,0 1 0,0 0 0,0 0 0,1 1 0,-1-1 0,0 0 0,0 1 0,0-1 0,0 1 0,0 0 0,0-1 0,0 1 0,0 0 0,3 2 0,5 4 0,0 0 0,-1 0 0,12 11 0,-7-6 0,-12-9 0,1-1 0,-1 0 0,1 0 0,-1-1 0,1 1 0,0 0 0,0-1 0,0 0 0,0 0 0,0 1 0,0-2 0,5 2 0,-6-2 0,-1 0 0,1-1 0,-1 1 0,0-1 0,1 1 0,-1-1 0,0 0 0,1 1 0,-1-1 0,0 0 0,0 0 0,0 0 0,0 0 0,0 0 0,0 0 0,0 0 0,0 0 0,0 0 0,0 0 0,0-1 0,-1 1 0,1 0 0,0-1 0,-1 1 0,0 0 0,1-1 0,-1 1 0,0-1 0,1-2 0,12-36 0,-9 38 0,0 11 0,-1 10 0,-1-3 0,0-1 0,1 1 0,1-1 0,0 0 0,1-1 0,1 1 0,0-1 0,1 0 0,14 22 0,-18-33 0,-1 1 0,0-1 0,-1 0 0,1 0 0,0 1 0,-1-1 0,0 1 0,0 0 0,0-1 0,0 1 0,-1 0 0,1-1 0,-1 1 0,0 0 0,0 0 0,0-1 0,-1 1 0,1 0 0,-2 4 0,0-4 0,0 0 0,0-1 0,0 1 0,-1-1 0,1 0 0,-1 0 0,0 0 0,0 0 0,0 0 0,0-1 0,-1 1 0,1-1 0,0 0 0,-1 0 0,0 0 0,0-1 0,-5 3 0,-12 2-1365,2-1-5461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35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1 360 24575,'18'0'0,"0"0"0,0 2 0,-1 0 0,1 1 0,0 1 0,-1 1 0,26 10 0,-30-9 0,-1 1 0,1 0 0,-1 0 0,-1 1 0,0 1 0,0 0 0,0 1 0,-1 0 0,17 22 0,-4 3 0,11 13 0,-34-48 0,1 0 0,-1 1 0,0-1 0,0 0 0,1 1 0,-1-1 0,0 0 0,1 0 0,-1 1 0,0-1 0,1 0 0,-1 0 0,1 1 0,-1-1 0,0 0 0,1 0 0,-1 0 0,1 0 0,-1 0 0,1 0 0,-1 0 0,0 0 0,1 0 0,-1 0 0,1 0 0,-1 0 0,1 0 0,-1 0 0,1 0 0,-1 0 0,0 0 0,1 0 0,-1-1 0,1 1 0,-1 0 0,0 0 0,1 0 0,-1-1 0,0 1 0,1 0 0,-1-1 0,0 1 0,1 0 0,-1-1 0,0 1 0,0 0 0,1-1 0,-1 1 0,0 0 0,0-1 0,0 1 0,0-1 0,1 1 0,-1-1 0,0 1 0,0-1 0,7-31 0,-6 27 0,3-23 0,4-27 0,3 0 0,1 1 0,23-59 0,28-13 118,-23 50-1601,-27 46-5343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41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0 453 24575,'4'3'0,"-1"-1"0,1 1 0,0-1 0,0 1 0,0-1 0,0 0 0,1-1 0,-1 1 0,0-1 0,1 0 0,-1 0 0,1 0 0,0-1 0,-1 1 0,1-1 0,-1 0 0,9-2 0,-6 2 0,1-2 0,-1 1 0,0-1 0,0 0 0,-1 0 0,1-1 0,0 0 0,-1 0 0,0-1 0,10-6 0,-7 2 0,-1-1 0,0 1 0,-1-1 0,0-1 0,0 1 0,-1-1 0,8-17 0,29-77 0,-41 98 0,0 0 0,0 0 0,0 0 0,-1 0 0,0 0 0,0 0 0,0 0 0,-1 0 0,0-8 0,0 12 0,0 1 0,-1 0 0,1-1 0,0 1 0,-1-1 0,1 1 0,-1 0 0,0-1 0,1 1 0,-1 0 0,0 0 0,0-1 0,0 1 0,0 0 0,0 0 0,0 0 0,0 0 0,0 0 0,0 0 0,0 1 0,-1-1 0,1 0 0,0 0 0,0 1 0,-1-1 0,1 1 0,-1-1 0,1 1 0,0 0 0,-1-1 0,1 1 0,-1 0 0,1 0 0,-1 0 0,1 0 0,-1 0 0,1 1 0,-1-1 0,1 0 0,-2 1 0,-4 1 0,0 0 0,1 0 0,-1 1 0,1 0 0,0 0 0,0 0 0,0 1 0,0 0 0,1 0 0,0 0 0,-1 1 0,1 0 0,1 0 0,-1 0 0,1 0 0,0 1 0,0 0 0,1-1 0,-1 1 0,-2 8 0,-3 8 0,0 1 0,1 0 0,1 0 0,-5 35 0,9-42 0,0 1 0,2 0 0,0-1 0,1 27 0,1-39 0,-1 0 0,0-1 0,1 1 0,0-1 0,0 1 0,0-1 0,0 1 0,1-1 0,-1 1 0,1-1 0,0 0 0,0 0 0,0 0 0,0 0 0,0 0 0,1-1 0,-1 1 0,1-1 0,0 1 0,0-1 0,0 0 0,0 0 0,0 0 0,0-1 0,1 1 0,6 2 0,10 0 0,-1-1 0,1-1 0,38 0 0,2 0 0,7 5 0,-15-2 0,58-1 0,-102-4 0,1-2 0,-1 1 0,0-2 0,0 1 0,0-1 0,0 0 0,0 0 0,0-1 0,-1 0 0,1-1 0,-1 1 0,0-1 0,-1-1 0,11-10 0,-1-1 0,0 0 0,-2-1 0,0-1 0,14-24 0,-25 38 0,-1 0 0,1 0 0,-1 0 0,0 0 0,0 0 0,-1 0 0,1-1 0,-1 1 0,1-10 0,-2 14 0,0-1 0,0 1 0,-1 0 0,1 0 0,0 0 0,0-1 0,-1 1 0,1 0 0,-1 0 0,1 0 0,-1 0 0,1 0 0,-1 0 0,0 0 0,1 0 0,-1 0 0,0 0 0,0 0 0,-1-1 0,0 1 0,0 0 0,0 0 0,0 0 0,-1 1 0,1-1 0,0 1 0,0-1 0,0 1 0,0 0 0,-1 0 0,1 0 0,0 0 0,0 0 0,-4 1 0,-6 1 0,0 1 0,1 1 0,0 0 0,-1 0 0,1 1 0,1 0 0,-1 1 0,1 0 0,0 1 0,0 0 0,1 1 0,0 0 0,-13 15 0,16-17 0,1 0 0,0 0 0,0 1 0,1-1 0,-1 1 0,1 0 0,1 1 0,-1-1 0,1 1 0,1-1 0,-1 1 0,2 0 0,-1 0 0,1 0 0,0 0 0,0 0 0,1 0 0,0 0 0,0 0 0,1 0 0,2 10 0,-2-16 0,-1 0 0,1 0 0,-1 0 0,1 0 0,-1 0 0,1-1 0,0 1 0,0 0 0,0 0 0,0-1 0,0 1 0,0-1 0,1 1 0,-1-1 0,0 1 0,1-1 0,-1 0 0,1 0 0,-1 0 0,1 0 0,0 0 0,-1 0 0,1 0 0,0 0 0,0-1 0,0 1 0,0 0 0,0-1 0,-1 0 0,1 1 0,0-1 0,0 0 0,0 0 0,0 0 0,0-1 0,0 1 0,0 0 0,4-2 0,1-1 0,1 0 0,-1 0 0,0-1 0,0 0 0,0 0 0,-1-1 0,1 0 0,8-8 0,5-9 0,0-1 0,-1 0 0,23-42 0,-24 38 0,0 0 0,39-43 0,-54 67 0,0 0 0,0 0 0,0 1 0,0-1 0,0 1 0,1 0 0,-1-1 0,0 1 0,1 1 0,0-1 0,0 1 0,6-3 0,-7 4 0,0 0 0,-1 0 0,1 1 0,0-1 0,0 1 0,-1-1 0,1 1 0,0 0 0,-1 0 0,1 0 0,-1 0 0,1 1 0,-1-1 0,1 1 0,-1-1 0,0 1 0,0 0 0,4 3 0,10 13 0,-11-12 0,1 0 0,0-1 0,0 1 0,0-1 0,1 0 0,8 5 0,-14-9 0,0-1 0,0 1 0,0-1 0,1 0 0,-1 1 0,0-1 0,0 0 0,0 0 0,0 0 0,0 0 0,0 0 0,0 0 0,1 0 0,-1 0 0,0 0 0,0-1 0,0 1 0,0 0 0,0-1 0,2 0 0,-1 0 0,-1-1 0,1 1 0,-1-1 0,1 0 0,-1 0 0,1 1 0,-1-1 0,0 0 0,0 0 0,0 0 0,0 0 0,0 0 0,0-1 0,0-2 0,7-22 0,-1-1 0,-1 0 0,-2 0 0,2-51 0,-5 78 0,-1-1 0,0 0 0,0 1 0,0-1 0,0 1 0,-1-1 0,1 0 0,0 1 0,-1-1 0,1 1 0,-1-1 0,1 1 0,-1-1 0,0 1 0,0 0 0,1-1 0,-1 1 0,0 0 0,0-1 0,0 1 0,-1 0 0,1 0 0,0 0 0,-2-1 0,2 2 0,1 0 0,-1 0 0,1-1 0,-1 1 0,0 0 0,1 0 0,-1 0 0,1 0 0,-1 1 0,0-1 0,1 0 0,-1 0 0,1 0 0,-1 0 0,0 1 0,1-1 0,-1 0 0,1 0 0,-1 1 0,1-1 0,-1 0 0,1 1 0,-1 0 0,-1 0 0,1 1 0,0 0 0,-1-1 0,1 1 0,0 0 0,0 0 0,0 0 0,0 0 0,-1 4 0,1-2 0,0-1 0,1 1 0,-1 0 0,1 0 0,0 0 0,0-1 0,0 1 0,0 0 0,0 0 0,1 0 0,0-1 0,0 1 0,0 0 0,0-1 0,0 1 0,1-1 0,0 1 0,0-1 0,0 0 0,0 1 0,0-1 0,0 0 0,5 3 0,6 7 0,1-1 0,0 0 0,29 17 0,5 5 0,-33-23 0,-1 1 0,-1 1 0,0 0 0,-1 1 0,0 0 0,18 29 0,-6-3 0,-12-20 0,1 1 0,14 37 0,-25-52 0,0-1 0,0 0 0,1 1 0,0-1 0,0 0 0,0 0 0,0 0 0,9 7 0,-11-10 0,1-1 0,-1 0 0,1 0 0,-1 0 0,1 0 0,0 0 0,0 0 0,-1-1 0,1 1 0,0 0 0,0-1 0,0 0 0,0 1 0,0-1 0,0 0 0,0 0 0,0 0 0,0 0 0,-1 0 0,1 0 0,0-1 0,0 1 0,0-1 0,0 1 0,0-1 0,-1 0 0,1 0 0,0 0 0,0 0 0,2-2 0,5-3 0,-1-1 0,0-1 0,0 1 0,0-1 0,-1-1 0,-1 1 0,11-17 0,34-72 0,-45 85 0,10-23 0,-1-2 0,-2 1 0,-2-2 0,-1 0 0,-2 0 0,-1 0 0,-2-1 0,-1-76 0,-4 112 0,0 1 0,0-1 0,-1 0 0,1 1 0,-1-1 0,0 0 0,1 1 0,-1-1 0,0 1 0,0-1 0,-1 1 0,1 0 0,0-1 0,-1 1 0,0 0 0,1 0 0,-1 0 0,-3-3 0,3 4 0,1 1 0,-1-1 0,1 1 0,-1-1 0,1 1 0,-1 0 0,0 0 0,1-1 0,-1 1 0,1 0 0,-1 0 0,0 1 0,1-1 0,-1 0 0,1 0 0,-1 1 0,1-1 0,-1 1 0,1-1 0,-1 1 0,1 0 0,-1 0 0,1-1 0,0 1 0,-1 0 0,1 0 0,0 1 0,0-1 0,0 0 0,0 0 0,-2 3 0,-2 1 0,0 1 0,1 1 0,-1-1 0,1 1 0,0 0 0,1 0 0,0 0 0,0 0 0,1 1 0,-1-1 0,2 1 0,-1-1 0,1 1 0,0 0 0,1 0 0,-1-1 0,2 1 0,-1 0 0,2 8 0,0-4 0,1 1 0,0-1 0,1-1 0,0 1 0,0 0 0,2-1 0,-1 0 0,1 0 0,1-1 0,0 1 0,11 11 0,59 57 0,-45-48 0,-1 1 0,42 59 0,-65-79 0,-1 2 0,-1-1 0,9 24 0,4 8 0,-18-41 0,1-1 0,-1 1 0,1-1 0,0 0 0,0 0 0,1 0 0,-1 0 0,1 0 0,-1 0 0,1-1 0,0 1 0,0-1 0,0 0 0,0 0 0,1 0 0,-1 0 0,0-1 0,1 1 0,-1-1 0,5 1 0,-2-1 0,-1-1 0,1 1 0,-1-1 0,1-1 0,-1 1 0,1-1 0,-1 0 0,0 0 0,1 0 0,-1-1 0,0 0 0,8-4 0,-3 1 0,-1 0 0,1 0 0,-1-2 0,-1 1 0,1-1 0,-1 0 0,0 0 0,-1-1 0,0 0 0,0-1 0,-1 0 0,0 0 0,9-18 0,-4-18 0,-10 43 0,-1-1 0,0 1 0,1 0 0,-1 0 0,0-1 0,-1 1 0,1 0 0,0 0 0,-1-1 0,1 1 0,-1 0 0,0 0 0,1 0 0,-1 0 0,0 0 0,0 0 0,-1 0 0,0-2 0,1 3 0,1 1 0,0-1 0,-1 1 0,1 0 0,-1-1 0,1 1 0,-1-1 0,1 1 0,-1 0 0,0-1 0,1 1 0,-1 0 0,1 0 0,-1 0 0,0-1 0,1 1 0,-1 0 0,0 0 0,1 0 0,-1 0 0,1 0 0,-1 0 0,0 0 0,1 0 0,-1 0 0,0 0 0,1 1 0,-1-1 0,0 0 0,-13 16 0,-1 28 0,15-43 0,-7 22 0,-6 31 0,12-51 0,1 0 0,0 0 0,-1-1 0,1 1 0,0 0 0,1 0 0,-1-1 0,0 1 0,1 0 0,0-1 0,0 1 0,-1 0 0,1-1 0,1 1 0,-1-1 0,2 3 0,-2-4 0,-1 0 0,1 0 0,0 0 0,0 0 0,0-1 0,0 1 0,0 0 0,0 0 0,0-1 0,0 1 0,1-1 0,-1 1 0,0-1 0,0 0 0,0 1 0,1-1 0,-1 0 0,0 0 0,0 0 0,1 0 0,-1 0 0,0 0 0,0 0 0,0 0 0,1 0 0,-1-1 0,0 1 0,0 0 0,0-1 0,1 1 0,-1-1 0,0 0 0,0 1 0,1-2 0,6-3 0,-1-1 0,0 1 0,12-14 0,-6 7 0,-7 7 0,0 1 0,0-1 0,0 1 0,1 1 0,-1-1 0,1 1 0,0 0 0,0 1 0,0 0 0,0 0 0,1 0 0,-1 1 0,12-1 0,-16 2 0,-1 0 0,1-1 0,-1 1 0,1-1 0,-1 0 0,1 0 0,-1 0 0,0 0 0,1 0 0,-1 0 0,0-1 0,0 1 0,0-1 0,0 0 0,0 1 0,0-1 0,-1 0 0,1 0 0,2-4 0,0-2 0,0 1 0,-1-1 0,0 0 0,3-14 0,-5 16 0,1 0 0,-1 0 0,1 0 0,0 1 0,0-1 0,1 1 0,0-1 0,0 1 0,0 0 0,7-8 0,-9 12 0,0 0 0,0 1 0,0-1 0,0 0 0,0 0 0,0 0 0,1 1 0,-1-1 0,0 0 0,0 1 0,1-1 0,-1 1 0,0 0 0,1-1 0,-1 1 0,0 0 0,1 0 0,-1 0 0,0 0 0,1 0 0,-1 0 0,0 0 0,1 1 0,-1-1 0,0 0 0,1 1 0,-1-1 0,0 1 0,1-1 0,1 2 0,2 2 0,0 0 0,0 0 0,-1 1 0,1 0 0,5 8 0,16 14 0,-25-27 0,-1 0 0,1 0 0,0 1 0,-1-1 0,1 0 0,-1 0 0,1 0 0,-1 0 0,1 0 0,0 0 0,-1 0 0,1 0 0,-1 0 0,1 0 0,0 0 0,-1 0 0,1 0 0,-1-1 0,1 1 0,-1 0 0,1 0 0,0-1 0,-1 1 0,1 0 0,-1-1 0,0 1 0,1 0 0,-1-1 0,2 0 0,12-18 0,-6 8 0,-5 8 0,-1 0 0,1 0 0,0 0 0,1 0 0,-1 1 0,0-1 0,1 1 0,0 0 0,-1 0 0,1 0 0,0 1 0,0-1 0,0 1 0,0 0 0,0 0 0,0 0 0,7 0 0,-6 2 0,0-1 0,0 1 0,0 0 0,0 0 0,0 0 0,0 1 0,0 0 0,0 0 0,-1 0 0,1 1 0,-1-1 0,1 1 0,6 6 0,-6-5 0,1 0 0,-1 0 0,1 0 0,0-1 0,0 0 0,0 0 0,1 0 0,-1-1 0,1 0 0,10 2 0,-14-3 0,1-1 0,0 0 0,0 0 0,0-1 0,0 1 0,-1-1 0,1 0 0,0 0 0,-1 0 0,1 0 0,0 0 0,-1-1 0,1 0 0,-1 0 0,0 0 0,0 0 0,0 0 0,0-1 0,5-4 0,2-4 0,-1 0 0,-1-1 0,0 0 0,0-1 0,-1 1 0,0-1 0,7-23 0,-3 1 0,14-66 0,-25 98 0,1 0 0,-1 1 0,1-1 0,-1 0 0,0 1 0,0-1 0,0 0 0,-1 1 0,1-1 0,0 1 0,-1-1 0,0 0 0,0 1 0,0-1 0,0 1 0,0 0 0,0-1 0,0 1 0,-1 0 0,1 0 0,-1-1 0,0 1 0,-3-3 0,3 4 0,-1-1 0,1 1 0,-1 0 0,0 0 0,1 0 0,-1 0 0,0 0 0,0 0 0,0 1 0,0 0 0,1-1 0,-1 1 0,0 0 0,0 0 0,0 1 0,0-1 0,0 0 0,0 1 0,1 0 0,-1 0 0,-5 2 0,1 1 0,0-1 0,0 2 0,1-1 0,-1 1 0,1 0 0,0 1 0,0-1 0,1 1 0,-1 0 0,1 1 0,1-1 0,-1 1 0,1 0 0,-4 10 0,2-5 0,1 0 0,1 0 0,0 0 0,0 0 0,1 1 0,1-1 0,0 1 0,0 17 0,3-22 0,0 1 0,0-1 0,1 0 0,0 0 0,0 0 0,1 0 0,0 0 0,0 0 0,6 9 0,6 8 0,25 31 0,-3-5 0,29 58 0,75 171 0,-138-273 0,21 56 0,-23-60 0,0 0 0,0-1 0,0 1 0,-1 0 0,1 0 0,-1 0 0,0 0 0,0-1 0,0 1 0,0 0 0,0 0 0,-1 0 0,1 0 0,-1 0 0,0-1 0,0 1 0,0 0 0,-2 3 0,3-5 0,-1-1 0,1 1 0,-1-1 0,0 1 0,1-1 0,-1 1 0,0-1 0,0 1 0,1-1 0,-1 0 0,0 1 0,0-1 0,1 0 0,-1 0 0,0 0 0,0 1 0,0-1 0,0 0 0,1 0 0,-1 0 0,0 0 0,0 0 0,0-1 0,0 1 0,1 0 0,-1 0 0,0 0 0,0-1 0,1 1 0,-1-1 0,0 1 0,0 0 0,1-1 0,-1 1 0,0-1 0,1 1 0,-1-1 0,1 0 0,-1 1 0,0-1 0,0-1 0,-22-30 0,14 13 0,1 0 0,1 0 0,1-1 0,1 0 0,1 0 0,-3-34 0,0-130 0,7 146 0,0 10 0,-1-10 0,2 0 0,8-56 0,-7 83 0,1 0 0,0 0 0,0 0 0,1 0 0,0 1 0,1-1 0,0 1 0,1 0 0,0 1 0,1-1 0,0 1 0,14-14 0,11-6 0,24-24 0,-42 38 0,31-23 0,-37 32 0,1 0 0,-1-1 0,-1 0 0,1 0 0,-1-1 0,0 0 0,-1 0 0,0-1 0,0 1 0,0-1 0,-2-1 0,6-10 0,-5 3 0,10-32 0,-15 46 0,1 1 0,-1-1 0,1 1 0,-1-1 0,0 1 0,0-1 0,0 0 0,0 1 0,-1-1 0,1 1 0,-1-1 0,0 0 0,1 1 0,-3-5 0,2 7 0,1-1 0,0 1 0,0 0 0,0-1 0,-1 1 0,1 0 0,0-1 0,0 1 0,0 0 0,-1 0 0,1-1 0,0 1 0,-1 0 0,1 0 0,0-1 0,-1 1 0,1 0 0,0 0 0,-1 0 0,1 0 0,0 0 0,-1 0 0,1 0 0,0-1 0,-1 1 0,1 0 0,0 0 0,-1 0 0,1 0 0,-1 0 0,1 1 0,0-1 0,-1 0 0,1 0 0,0 0 0,-1 0 0,1 0 0,0 0 0,-1 1 0,1-1 0,0 0 0,-1 0 0,1 0 0,0 1 0,0-1 0,-1 0 0,1 0 0,0 1 0,0-1 0,0 0 0,-1 1 0,1-1 0,0 0 0,0 1 0,0-1 0,0 0 0,0 1 0,-1-1 0,1 0 0,0 1 0,-8 25 0,3 0 0,2 1 0,0 0 0,2 0 0,1 0 0,1 1 0,2-1 0,0-1 0,2 1 0,1 0 0,1-1 0,1 0 0,1-1 0,1 0 0,16 27 0,-21-44-57,0 0 0,1 0 1,-1-1-1,2 0 0,-1 0 0,1-1 0,0 1 0,0-2 0,0 1 0,1-1 0,0 0 1,0 0-1,0-1 0,1 0 0,0-1 0,-1 0 0,1 0 0,0-1 0,0 0 1,1 0-1,-1-1 0,0-1 0,11 0 0,4 0-6769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42.8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335 2 24575,'-35'-1'0,"11"1"0,0 0 0,-31 5 0,47-4 0,-1 1 0,0 1 0,1-1 0,0 2 0,0-1 0,0 1 0,0 0 0,0 0 0,-13 11 0,12-7 0,0-1 0,1 2 0,0-1 0,1 1 0,-1 0 0,2 0 0,-1 1 0,1 0 0,1 0 0,0 1 0,0 0 0,1-1 0,1 2 0,-1-1 0,2 0 0,0 0 0,0 1 0,1 0 0,0-1 0,1 1 0,0-1 0,1 1 0,1-1 0,0 1 0,3 12 0,-4-20 0,0 0 0,0 0 0,0 1 0,1-1 0,-1 0 0,1-1 0,0 1 0,0 0 0,0 0 0,1-1 0,-1 1 0,1-1 0,0 0 0,0 0 0,0 0 0,0 0 0,0-1 0,1 1 0,0-1 0,-1 0 0,1 0 0,0 0 0,0 0 0,0-1 0,0 1 0,0-1 0,0 0 0,0 0 0,1-1 0,-1 1 0,0-1 0,0 0 0,1 0 0,-1-1 0,0 1 0,0-1 0,1 0 0,-1 0 0,0 0 0,0 0 0,0-1 0,0 0 0,5-3 0,23-14 0,-23 13 0,1 0 0,-1 0 0,1 1 0,21-7 0,-27 11 0,0 0 0,-1 1 0,1-1 0,0 1 0,0 0 0,0 0 0,0 0 0,-1 1 0,1-1 0,0 1 0,0 0 0,-1 0 0,1 0 0,0 1 0,-1-1 0,1 1 0,-1 0 0,6 3 0,-5-1 0,1 0 0,0 0 0,-1 0 0,0 1 0,0-1 0,0 1 0,0 0 0,-1 0 0,0 0 0,0 1 0,0-1 0,-1 1 0,0-1 0,0 1 0,0 0 0,-1 0 0,0 0 0,1 9 0,-2-11 0,0 1 0,0-1 0,0 1 0,0-1 0,-1 0 0,0 1 0,0-1 0,0 0 0,0 1 0,-1-1 0,0 0 0,1 0 0,-2 0 0,1 0 0,0-1 0,-1 1 0,1-1 0,-1 1 0,0-1 0,-1 0 0,1 0 0,0 0 0,-1 0 0,1-1 0,-7 4 0,-43 15-1365,29-13-5461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43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24575,'5'0'0,"1"5"0,0 10 0,-1 13 0,-1 15 0,-2 4 0,-1 5 0,0 6 0,3 4 0,2-5 0,0-8 0,-2-11-8191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44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 24575,'6'-1'0,"0"1"0,0-2 0,0 1 0,0-1 0,8-3 0,20-5 0,-27 9 0,1 0 0,-1 1 0,0 0 0,0 0 0,1 1 0,-1 0 0,0 0 0,0 0 0,0 1 0,0 0 0,0 1 0,-1 0 0,12 6 0,-9-4 0,0 2 0,0-1 0,-1 1 0,1 1 0,-2-1 0,1 1 0,-1 1 0,9 14 0,-7-10 0,-1 1 0,-1 0 0,0 0 0,-1 1 0,-1 0 0,0 0 0,-1 0 0,-1 0 0,0 1 0,-1 0 0,-1-1 0,0 30 0,-2-40 0,0 1 0,-1-1 0,1 0 0,-1 0 0,0 0 0,0 0 0,0 0 0,-1 0 0,1-1 0,-1 1 0,-1-1 0,1 0 0,-7 7 0,-4 2 0,-1-1 0,-24 17 0,1-2 0,36-26 0,1 0 0,0 0 0,0 0 0,0-1 0,0 1 0,-1 0 0,1 1 0,0-1 0,1 0 0,-1 0 0,0 0 0,0 1 0,0-1 0,1 0 0,-1 1 0,1-1 0,-1 0 0,1 1 0,-1-1 0,1 1 0,0-1 0,0 1 0,0-1 0,0 1 0,0-1 0,0 2 0,1 0 0,0-1 0,0 0 0,1 0 0,-1 0 0,0-1 0,1 1 0,-1 0 0,1 0 0,0-1 0,0 1 0,-1-1 0,1 0 0,0 1 0,4 1 0,9 4 0,-1-1 0,2-1 0,27 7 0,189 31-1365,-190-37-5461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45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 24575,'2'-2'0,"0"0"0,1 1 0,-1-1 0,0 1 0,1-1 0,0 1 0,-1 0 0,1 0 0,-1 0 0,1 0 0,0 0 0,0 1 0,0-1 0,-1 1 0,1 0 0,0 0 0,0 0 0,0 0 0,0 0 0,-1 1 0,1-1 0,0 1 0,0 0 0,-1-1 0,1 2 0,0-1 0,4 3 0,4 2 0,0 0 0,0 1 0,-1 1 0,16 14 0,-4-1 0,-1 1 0,-1 1 0,27 38 0,-36-44 0,0 1 0,-1 0 0,-1 1 0,-1 0 0,-1 0 0,6 21 0,-36-93 0,9 9 0,-16-52 0,27 83 0,1 0 0,0 0 0,0 0 0,1 0 0,1-18 0,1 28-80,-1-1 0,1 1-1,0-1 1,0 1 0,0-1-1,0 1 1,0 0 0,1-1-1,0 1 1,-1 0 0,1 0 0,0 0-1,1 0 1,-1 1 0,0-1-1,5-3 1,9-7-6746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47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70 24575,'0'0'0,"1"0"0,0 0 0,0 1 0,0-1 0,0 0 0,0 1 0,-1-1 0,1 1 0,0-1 0,0 1 0,-1-1 0,1 1 0,0-1 0,-1 1 0,1 0 0,0-1 0,-1 1 0,1 0 0,-1 0 0,1 0 0,-1-1 0,0 1 0,1 0 0,-1 0 0,0 0 0,1 0 0,-1 0 0,0 0 0,0-1 0,0 1 0,0 0 0,0 0 0,0 0 0,0 0 0,0 0 0,-1 1 0,-4 41 0,4-34 0,-3 10 0,-1 0 0,0-1 0,-10 21 0,7-19 0,1 0 0,-5 23 0,12-40 0,0 1 0,-1-1 0,2 0 0,-1 1 0,0-1 0,0 0 0,1 0 0,0 1 0,0-1 0,0 0 0,0 0 0,0 0 0,1 0 0,-1 0 0,1 0 0,0 0 0,0 0 0,0-1 0,0 1 0,0-1 0,1 1 0,-1-1 0,1 0 0,-1 0 0,1 0 0,0 0 0,0-1 0,0 1 0,0-1 0,0 1 0,5 0 0,-1 1 0,-1-1 0,1 0 0,0 0 0,0-1 0,0 0 0,0 0 0,0 0 0,0-1 0,0 0 0,0-1 0,0 0 0,0 0 0,0 0 0,8-3 0,-13 3 0,1-1 0,-1 1 0,1-1 0,-1 0 0,0 1 0,0-1 0,0 0 0,0-1 0,0 1 0,0 0 0,0 0 0,-1-1 0,1 1 0,-1-1 0,0 1 0,0-1 0,0 0 0,1-3 0,2-7 0,-2-1 0,3-23 0,-2 9 0,2 4 0,6-40 0,-11 60 0,1 1 0,-1 0 0,0 0 0,0-1 0,-1 1 0,1 0 0,-1 0 0,0 0 0,1 0 0,-1-1 0,0 1 0,-1 0 0,1 0 0,-1 1 0,-2-5 0,4 6 0,0 1 0,-1 0 0,1-1 0,0 1 0,-1-1 0,1 1 0,0 0 0,-1-1 0,1 1 0,0 0 0,-1-1 0,1 1 0,-1 0 0,1 0 0,-1-1 0,1 1 0,-1 0 0,1 0 0,-1 0 0,1 0 0,-1 0 0,1 0 0,-1-1 0,1 1 0,-1 0 0,1 1 0,-1-1 0,1 0 0,-1 0 0,1 0 0,-1 0 0,1 0 0,-1 0 0,0 1 0,1-1 0,0 1 0,0-1 0,-1 1 0,1-1 0,0 1 0,0-1 0,0 1 0,0-1 0,-1 1 0,1-1 0,0 1 0,0-1 0,0 1 0,0 0 0,0-1 0,1 1 0,-1-1 0,0 1 0,0-1 0,0 1 0,0-1 0,0 1 0,1-1 0,-1 1 0,0-1 0,0 1 0,1-1 0,-1 1 0,1-1 0,-1 0 0,1 1 0,33 29 0,-28-26 0,-1 1 0,1-1 0,-1 1 0,0 0 0,6 8 0,-6-5 0,0 0 0,-1 0 0,0 0 0,0 1 0,-1-1 0,0 1 0,-1 0 0,3 13 0,-2 4 0,-1 42 0,-1-13 0,-1-53 0,0-1 0,0 1 0,0 0 0,0 0 0,0-1 0,1 1 0,-1 0 0,1-1 0,-1 1 0,1 0 0,-1-1 0,1 1 0,0-1 0,0 1 0,0-1 0,0 1 0,0-1 0,0 0 0,0 1 0,0-1 0,1 0 0,-1 0 0,0 0 0,1 0 0,-1 0 0,1 0 0,-1 0 0,3 0 0,-2-1 0,0 0 0,0 0 0,0 0 0,0 0 0,0 0 0,0 0 0,0-1 0,0 1 0,0-1 0,0 0 0,0 1 0,0-1 0,0 0 0,-1 0 0,1 0 0,0-1 0,-1 1 0,1 0 0,0 0 0,-1-1 0,0 1 0,1-1 0,1-3 0,11-15 0,0-1 0,-2-1 0,20-45 0,-2 2 0,-29 62 0,0 0 0,1 1 0,-1-1 0,1 0 0,0 1 0,0 0 0,0-1 0,0 1 0,0 0 0,0 0 0,1 0 0,-1 0 0,1 1 0,-1-1 0,1 0 0,0 1 0,5-2 0,-6 3 0,1-1 0,-1 1 0,1 0 0,-1 0 0,1 0 0,-1 1 0,1-1 0,0 1 0,-1-1 0,0 1 0,1 0 0,-1 0 0,1 0 0,-1 0 0,0 0 0,0 1 0,0-1 0,0 1 0,0-1 0,0 1 0,2 2 0,1 1 0,1 0 0,0 0 0,0 0 0,0-1 0,0 0 0,1 0 0,-1-1 0,9 3 0,-13-5 0,0-1 0,0 1 0,0-1 0,0 0 0,0 0 0,0 0 0,0 0 0,1 0 0,-1-1 0,0 1 0,0 0 0,0-1 0,0 0 0,0 1 0,-1-1 0,1 0 0,0 0 0,0 0 0,0 0 0,-1 0 0,1-1 0,-1 1 0,1-1 0,-1 1 0,1-1 0,-1 1 0,0-1 0,0 0 0,1 1 0,-1-1 0,-1 0 0,1 0 0,0 0 0,0-2 0,2-1 0,-1 0 0,0 1 0,-1-1 0,1 0 0,-1 0 0,0 0 0,-1 0 0,1 0 0,-1-1 0,0 1 0,-1-9 0,0 5 0,-2 0 0,1 1 0,-1 0 0,0-1 0,-9-14 0,11 20 0,1 0 0,-1-1 0,0 1 0,1-1 0,0 1 0,0-1 0,0 1 0,0-1 0,1 1 0,-1-1 0,1 1 0,0 0 0,0-1 0,2-4 0,1-2 0,0 0 0,0 0 0,9-13 0,-12 21 0,0 1 0,-1 0 0,1 0 0,0-1 0,0 1 0,0 0 0,0 0 0,0 0 0,0 0 0,0 0 0,1 0 0,-1 0 0,0 1 0,0-1 0,1 0 0,-1 1 0,0-1 0,1 1 0,-1-1 0,1 1 0,-1 0 0,1-1 0,-1 1 0,3 0 0,-2 1 0,0-1 0,1 1 0,-1 0 0,0 0 0,0 0 0,0 0 0,0 0 0,-1 1 0,1-1 0,0 0 0,0 1 0,-1 0 0,1-1 0,1 4 0,5 5 0,-1 1 0,0 1 0,-1-1 0,7 19 0,13 50 0,-20-58 0,1 1 0,1-1 0,0-1 0,19 32 0,-24-49 11,-1-1 0,1 1 0,-1 0 0,0 0 0,-1 0 0,1 0-1,-1 0 1,1 0 0,-1 1 0,1 7 0,-3-11-56,1 1 0,0-1 0,-1 1 0,1-1 0,-1 1 0,0-1 0,1 1 0,-1-1 0,0 0 0,0 1 0,0-1 0,0 0 0,0 0 0,0 0 0,0 0 0,0 0 0,0 0 0,-1 0 0,1 0 0,0 0 0,-1 0 0,1-1 0,-1 1 0,1 0 0,-1-1 0,1 0 0,-1 1 0,1-1 0,-1 0 0,1 0 0,-1 1 0,-2-2 0,-16 4-6781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50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1 231 24575,'26'0'0,"10"0"0,39-4 0,-63 2 0,0 0 0,0 0 0,0-2 0,-1 1 0,1-1 0,-1-1 0,12-7 0,9-8 0,-1-1 0,-1-2 0,-1-1 0,-1-1 0,25-30 0,-28 33 0,-24 21 0,-1 1 0,1 0 0,-1-1 0,1 1 0,-1 0 0,1 0 0,-1 0 0,1-1 0,0 1 0,-1 0 0,1 0 0,-1 0 0,1 0 0,0 0 0,-1 0 0,1 0 0,-1 0 0,1 0 0,0 1 0,-1-1 0,1 0 0,-1 0 0,1 0 0,-1 1 0,1-1 0,-1 0 0,1 1 0,-1-1 0,1 0 0,-1 1 0,1-1 0,-1 1 0,0-1 0,1 1 0,-1-1 0,0 1 0,1-1 0,-1 1 0,0-1 0,1 1 0,-1-1 0,0 1 0,0-1 0,0 1 0,0 0 0,0-1 0,0 1 0,1-1 0,-2 2 0,2 1 0,0-1 0,0 1 0,-1 0 0,0 0 0,1-1 0,-1 1 0,0 0 0,0 0 0,-1 0 0,1-1 0,0 1 0,-1 0 0,0 0 0,0-1 0,0 1 0,-2 3 0,-9 31 0,11-32 0,0-1 0,0 1 0,0 0 0,1 0 0,0 0 0,0 0 0,0-1 0,0 1 0,1 0 0,0 0 0,0 0 0,0-1 0,1 1 0,-1-1 0,1 1 0,0-1 0,1 1 0,-1-1 0,1 0 0,-1 0 0,1 0 0,4 3 0,-4-5 0,-1 1 0,1-1 0,0 0 0,0 0 0,0-1 0,0 1 0,1-1 0,-1 1 0,0-1 0,1 0 0,-1 0 0,1 0 0,-1-1 0,1 1 0,-1-1 0,1 0 0,-1 0 0,1 0 0,-1-1 0,1 1 0,-1-1 0,1 0 0,-1 0 0,1 0 0,-1 0 0,0 0 0,0-1 0,0 0 0,0 0 0,6-4 0,-4 3 0,0-1 0,0-1 0,-1 1 0,0-1 0,1 0 0,-1 0 0,-1 0 0,6-9 0,21-51 0,-6 12 0,-24 53 0,1 1 0,-1-1 0,1 1 0,-1-1 0,0 0 0,1 1 0,-1-1 0,0 1 0,1-1 0,-1 1 0,0-1 0,0 1 0,1-1 0,-1 1 0,0-1 0,0 1 0,0 0 0,0-1 0,0 1 0,0-1 0,0 1 0,0-1 0,0 1 0,0 0 0,0-1 0,0 1 0,0-1 0,-1 1 0,3 27 0,-2-17 0,1 0 0,0-1 0,1 1 0,0 0 0,1-1 0,0 1 0,7 15 0,-9-22 0,1-1 0,-1 1 0,1-1 0,0 0 0,0 1 0,0-1 0,1 0 0,-1 0 0,1 0 0,-1-1 0,1 1 0,0-1 0,0 1 0,0-1 0,1 0 0,-1 0 0,0 0 0,1-1 0,-1 1 0,1-1 0,0 0 0,-1 0 0,1 0 0,6 1 0,-7-3 0,0 1 0,0 0 0,0-1 0,0 0 0,0 0 0,0 0 0,0 0 0,0 0 0,-1 0 0,1-1 0,0 0 0,-1 1 0,1-1 0,-1 0 0,0 0 0,1 0 0,2-4 0,4-5 0,-1-1 0,12-20 0,4-4 0,-22 33 0,0 0 0,0 1 0,0-1 0,1 1 0,-1 0 0,1-1 0,-1 1 0,1 0 0,0 1 0,0-1 0,0 0 0,0 1 0,0 0 0,0-1 0,1 1 0,-1 1 0,0-1 0,0 0 0,1 1 0,2-1 0,-2 2 0,0 0 0,0 0 0,0 0 0,0 0 0,0 0 0,-1 1 0,1 0 0,-1 0 0,1 0 0,-1 0 0,0 0 0,1 1 0,-1-1 0,3 5 0,9 10 0,-1 1 0,-1 0 0,-1 0 0,17 36 0,-26-48 0,10 17-1365,0-5-5461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51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24575,'5'0'0,"6"0"0,1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54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1 170 24575,'0'12'0,"-1"0"0,1 0 0,1 0 0,0 0 0,1 0 0,4 16 0,-5-24 0,0-1 0,0 0 0,1 1 0,0-1 0,-1 0 0,1 0 0,0 0 0,0 0 0,1 0 0,-1 0 0,1-1 0,-1 1 0,1-1 0,0 0 0,0 1 0,0-1 0,0-1 0,0 1 0,1 0 0,-1-1 0,0 0 0,1 1 0,-1-1 0,7 0 0,-8 0 0,0-1 0,0 1 0,0-1 0,-1 0 0,1 0 0,0 0 0,0 0 0,0 0 0,0 0 0,-1-1 0,1 1 0,0-1 0,0 1 0,0-1 0,-1 0 0,1 1 0,0-1 0,-1 0 0,1 0 0,-1 0 0,1 0 0,-1-1 0,0 1 0,1 0 0,-1-1 0,0 1 0,0-1 0,0 1 0,0-1 0,0 1 0,1-3 0,1-5 0,0-1 0,0 1 0,-1-1 0,-1 0 0,1-11 0,-1 14 0,-1 0 0,1 1 0,0-1 0,0 0 0,1 1 0,0-1 0,0 1 0,6-12 0,-5 15 0,-1 0 0,0 1 0,1 0 0,0-1 0,-1 1 0,1 0 0,0 0 0,0 1 0,0-1 0,1 1 0,-1-1 0,0 1 0,0 0 0,1 0 0,-1 0 0,1 1 0,-1-1 0,0 1 0,1 0 0,-1 0 0,1 0 0,-1 0 0,1 1 0,-1-1 0,6 3 0,-3-2 0,0 2 0,1-1 0,-1 0 0,0 1 0,-1 0 0,1 1 0,0-1 0,-1 1 0,0 0 0,0 1 0,0-1 0,6 8 0,-10-10 0,1 0 0,-1 0 0,1 0 0,0 0 0,0 0 0,0 0 0,0 0 0,0-1 0,2 2 0,3-7 0,-3-16 0,-2-38 15,-2 35-475,1 0 0,6-36 0,-2 37-6366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56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106 205 24575,'1'1'0,"0"0"0,-1 1 0,1-1 0,-1 0 0,1 0 0,-1 0 0,1 1 0,-1-1 0,0 0 0,1 1 0,-1-1 0,0 0 0,0 1 0,0-1 0,0 0 0,0 1 0,0-1 0,-1 0 0,1 1 0,0-1 0,-1 0 0,1 0 0,-1 1 0,1-1 0,-2 2 0,-22 34 0,19-29 0,-6 9 0,1 0 0,1 1 0,0 0 0,1 1 0,2 0 0,-1 0 0,2 1 0,1 0 0,-3 35 0,6-53 0,1 0 0,0 0 0,0 0 0,0-1 0,0 1 0,0 0 0,0 0 0,0 0 0,1 0 0,-1 0 0,1-1 0,-1 1 0,1 0 0,0 0 0,-1 0 0,1-1 0,0 1 0,0-1 0,1 1 0,-1-1 0,0 1 0,0-1 0,1 1 0,-1-1 0,1 0 0,-1 0 0,1 0 0,-1 0 0,1 0 0,0 0 0,-1 0 0,1-1 0,0 1 0,0-1 0,0 1 0,0-1 0,-1 1 0,3-1 0,1 0 0,-1 0 0,0-1 0,1 1 0,-1-1 0,0 0 0,1 0 0,-1-1 0,0 1 0,0-1 0,0 0 0,0 0 0,-1 0 0,1 0 0,0-1 0,5-5 0,-2 1 0,0-1 0,-1-1 0,0 1 0,0-1 0,-1 0 0,0-1 0,-1 1 0,0-1 0,0 0 0,3-15 0,1-14 0,6-56 0,-9 52 0,11-197 0,-18 580 0,3-204 0,-1-126 0,1 0 0,0-1 0,1 1 0,0-1 0,0 1 0,1-1 0,0 1 0,1-1 0,7 13 0,-8-17 0,0 0 0,0 0 0,0 0 0,1-1 0,0 1 0,0-1 0,0 0 0,0 0 0,1-1 0,-1 1 0,1-1 0,0 0 0,0 0 0,1 0 0,-1-1 0,0 0 0,8 2 0,-8-4 0,-1 1 0,0-1 0,1 0 0,-1-1 0,1 1 0,-1-1 0,1 0 0,-1 0 0,0-1 0,1 1 0,-1-1 0,0 0 0,0 0 0,0 0 0,-1 0 0,1-1 0,0 0 0,-1 0 0,0 0 0,1 0 0,-1 0 0,-1-1 0,4-3 0,5-8 0,0 0 0,-1 0 0,-1-1 0,10-23 0,-8 15 0,-1 0 0,-1-1 0,-2 0 0,0-1 0,-2 1 0,0-1 0,-2 0 0,-1 0 0,-3-51 0,1 74 0,-1 0 0,1 1 0,-1-1 0,0 1 0,0-1 0,0 0 0,0 1 0,0-1 0,-1 1 0,1 0 0,-1 0 0,1-1 0,-1 1 0,0 0 0,0 0 0,0 1 0,0-1 0,0 0 0,-1 1 0,1-1 0,0 1 0,-1-1 0,1 1 0,-5-1 0,5 1 0,0 1 0,0-1 0,0 1 0,0 0 0,0 0 0,0 0 0,0 0 0,0 0 0,0 0 0,0 0 0,0 1 0,0-1 0,0 1 0,0-1 0,0 1 0,0 0 0,0 0 0,0 0 0,1 0 0,-1 0 0,0 0 0,1 0 0,-1 1 0,1-1 0,-1 1 0,1-1 0,0 1 0,-1-1 0,1 1 0,0 0 0,0 0 0,-1 3 0,-6 17 0,2 1 0,0 0 0,1 0 0,-2 39 0,6-52 0,0 0 0,0 1 0,1 0 0,0 0 0,0 0 0,3 16 0,-2-24 0,0 0 0,-1 0 0,1 0 0,1-1 0,-1 1 0,0 0 0,0-1 0,1 1 0,0-1 0,-1 1 0,1-1 0,0 0 0,0 0 0,0 0 0,1 0 0,-1 0 0,0 0 0,1 0 0,-1-1 0,1 0 0,-1 1 0,1-1 0,0 0 0,0 0 0,3 1 0,2 0 0,0-1 0,0 1 0,0-1 0,0-1 0,0 1 0,0-1 0,0-1 0,0 1 0,0-2 0,0 1 0,0-1 0,0 0 0,11-5 0,-13 4 0,0-1 0,0 1 0,0-1 0,0-1 0,0 1 0,-1-1 0,0 0 0,0-1 0,-1 1 0,1-1 0,-1 0 0,0 0 0,-1 0 0,1 0 0,3-11 0,2-9 0,0 0 0,-2-1 0,8-55 0,-15 89 0,1 0 0,0 0 0,0 0 0,1-1 0,0 1 0,0-1 0,0 1 0,1-1 0,5 10 0,-2-5 0,1 0 0,-1-1 0,2 1 0,0-1 0,17 17 0,-19-21 0,1 1 0,-2 0 0,1 0 0,-1 1 0,0-1 0,0 1 0,-1 0 0,0 0 0,-1 1 0,1-1 0,2 13 0,3 7 0,-9-26 0,1 0 0,0 0 0,0 0 0,0 0 0,0 0 0,0 0 0,0 0 0,1 0 0,-1-1 0,1 1 0,-1 0 0,1-1 0,2 3 0,-3-4 0,0 1 0,0-1 0,0 1 0,0-1 0,0 0 0,0 0 0,0 1 0,0-1 0,0 0 0,0 0 0,0 0 0,0 0 0,0 0 0,0 0 0,0 0 0,0 0 0,0-1 0,0 1 0,0 0 0,2-1 0,0-1 0,0 0 0,0-1 0,0 1 0,0 0 0,0-1 0,-1 0 0,1 1 0,-1-1 0,0 0 0,0 0 0,0-1 0,0 1 0,-1 0 0,3-7 0,4-16-1365,-3 1-5461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58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0 461 24575,'8'-1'0,"0"0"0,0 0 0,0-1 0,0 1 0,0-2 0,-1 1 0,1-1 0,-1-1 0,0 1 0,0-1 0,0 0 0,0-1 0,0 1 0,-1-2 0,10-9 0,5-8 0,0 0 0,28-45 0,-45 62 0,41-66 0,53-115 0,-98 186 0,13-20 0,-12 21 0,-1 0 0,0 0 0,0 0 0,0 0 0,1 0 0,-1 0 0,0 0 0,0 1 0,1-1 0,-1 0 0,0 0 0,0 0 0,0 0 0,0 0 0,1 1 0,-1-1 0,0 0 0,0 0 0,0 0 0,0 0 0,0 1 0,0-1 0,1 0 0,-1 0 0,0 0 0,0 1 0,0-1 0,0 0 0,0 0 0,0 1 0,0-1 0,0 0 0,0 0 0,0 0 0,0 1 0,0-1 0,0 0 0,0 0 0,0 1 0,0-1 0,0 0 0,-1 0 0,1 0 0,0 1 0,-6 47 0,6-47 0,-18 83 0,8-42 0,-9 77 0,18-107 0,1-1 0,0 1 0,1-1 0,0 1 0,0-1 0,1 1 0,1-1 0,0 0 0,0 0 0,1 0 0,9 16 0,-10-23 0,0 1 0,0-1 0,0 1 0,1-1 0,-1-1 0,1 1 0,0 0 0,1-1 0,-1 0 0,0 0 0,1 0 0,0 0 0,-1-1 0,8 3 0,-10-4 0,1 0 0,0-1 0,0 1 0,0-1 0,0 1 0,0-1 0,0 0 0,0 0 0,0-1 0,0 1 0,0 0 0,0-1 0,0 0 0,0 0 0,0 0 0,0 0 0,-1 0 0,1 0 0,0-1 0,-1 1 0,1-1 0,-1 0 0,0 0 0,1 0 0,-1 0 0,3-4 0,2-4 0,0-1 0,-1 0 0,0 0 0,-1 0 0,0-1 0,-1 1 0,0-1 0,2-16 0,-2 13 0,0 0 0,1 0 0,1 1 0,8-18 0,-14 32 0,0 0 0,0 0 0,0-1 0,0 1 0,0 0 0,1-1 0,-1 1 0,0 0 0,0 0 0,0-1 0,0 1 0,0 0 0,1 0 0,-1-1 0,0 1 0,0 0 0,1 0 0,-1 0 0,0-1 0,0 1 0,1 0 0,-1 0 0,0 0 0,0 0 0,1 0 0,-1 0 0,0-1 0,1 1 0,-1 0 0,0 0 0,1 0 0,-1 0 0,0 0 0,0 0 0,1 0 0,0 1 0,4 10 0,-2 19 0,-3 18 0,-1-30 0,1 1 0,1 0 0,0-1 0,2 0 0,4 19 0,-6-33 0,0 0 0,0 0 0,1-1 0,-1 1 0,1-1 0,0 1 0,0-1 0,0 0 0,1 1 0,-1-1 0,1 0 0,0 0 0,0-1 0,0 1 0,0-1 0,0 1 0,0-1 0,1 0 0,-1 0 0,1-1 0,0 1 0,-1-1 0,1 1 0,0-1 0,0 0 0,0-1 0,0 1 0,7-1 0,-8 0 0,1 0 0,-1-1 0,0 1 0,0-1 0,0 0 0,1 0 0,-1 0 0,0-1 0,0 1 0,0-1 0,-1 0 0,1 0 0,0 1 0,-1-2 0,1 1 0,-1 0 0,0-1 0,1 1 0,-1-1 0,0 1 0,-1-1 0,1 0 0,0 0 0,-1 0 0,1 0 0,0-5 0,3-6 0,0 1 0,-1 0 0,-1-1 0,-1 0 0,2-14 0,-3 13 0,0 0 0,-1 0 0,0 0 0,-5-26 0,4 36 0,0-1 0,-1 1 0,0-1 0,0 1 0,-1 0 0,1 0 0,-1 0 0,0 0 0,0 0 0,-1 1 0,1-1 0,-1 1 0,0 0 0,-1 0 0,-5-4 0,3 2-227,-1 1-1,-1 0 1,1 0-1,-1 0 1,-13-4-1,2 4-6598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59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74 24575,'0'-4'0,"4"-3"0,7 1 0,10 1 0,12-3 0,4 0 0,0 1 0,-1 2 0,-6-3 0,-4 0 0,-7 1-8191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2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24575,'0'-5'0,"5"-1"0,6 0 0,1 6 0,-1 8 0,-3 11 0,-2 12 0,-3 10 0,-2 7 0,0 10 0,-1 4 0,-1-4 0,1-7 0,-1-22 0,1-15-8191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41 24575,'0'-2'0,"1"1"0,-1 0 0,1 0 0,-1-1 0,1 1 0,0 0 0,0 0 0,-1 0 0,1 0 0,0 0 0,0 0 0,0 0 0,0 0 0,0 0 0,0 0 0,1 0 0,-1 1 0,0-1 0,0 0 0,0 1 0,1-1 0,-1 1 0,0 0 0,1-1 0,-1 1 0,0 0 0,1 0 0,-1 0 0,0 0 0,2 0 0,3-1 0,0 1 0,0-1 0,0 1 0,0 1 0,9 1 0,8 6 0,-2 2 0,1 0 0,-1 1 0,-1 1 0,37 30 0,-26-13 0,8 7 0,-37-34 0,1-1 0,-1 1 0,1 0 0,-1-1 0,1 0 0,0 1 0,-1-1 0,1 0 0,0-1 0,0 1 0,-1 0 0,1-1 0,5 1 0,-6-1 0,0-1 0,0 1 0,1-1 0,-1 1 0,0-1 0,0 0 0,0 0 0,0 0 0,-1 0 0,1 0 0,0 0 0,0-1 0,0 1 0,-1-1 0,1 1 0,-1-1 0,1 1 0,1-4 0,21-39 0,-11 19 0,-3 6 0,-6 12 0,0-1 0,0 0 0,1 1 0,0 0 0,0 0 0,0 1 0,1-1 0,0 1 0,13-10 0,-19 16 0,1-1 0,0 1 0,0 0 0,0-1 0,0 1 0,0 0 0,0-1 0,0 1 0,0 0 0,1 0 0,-1 0 0,0 0 0,0 0 0,0 0 0,0 0 0,0 1 0,0-1 0,0 0 0,0 0 0,0 1 0,0-1 0,0 1 0,1 0 0,0 1 0,0 0 0,0-1 0,0 1 0,0 0 0,0 0 0,0 1 0,-1-1 0,1 0 0,1 3 0,1 4 0,0 0 0,0 1 0,-1 0 0,2 10 0,16 84 0,26 103 0,-36-166 0,-10-30 0,1-1 0,1 0 0,0 0 0,0 0 0,1 0 0,10 17 0,-5-21-1365,0-8-5461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5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24575,'4'0'0,"-1"1"0,0 0 0,0 0 0,1 0 0,-1 0 0,0 0 0,0 1 0,0-1 0,0 1 0,0 0 0,-1 0 0,1 0 0,-1 0 0,1 0 0,-1 1 0,0-1 0,1 1 0,-1 0 0,0-1 0,-1 1 0,1 0 0,-1 0 0,1 0 0,1 7 0,4 8 0,-1 0 0,7 38 0,-11-49 0,7 44 0,-4-22 0,0 0 0,2-1 0,1 0 0,13 28 0,-19-52 0,0 0 0,0-1 0,0 1 0,1-1 0,-1 1 0,1-1 0,0 0 0,0 0 0,0 0 0,0 0 0,0-1 0,1 1 0,-1-1 0,1 0 0,0 0 0,0 0 0,7 2 0,-8-3 0,-1-1 0,1 0 0,-1 1 0,1-1 0,0 0 0,-1 0 0,1-1 0,0 1 0,-1 0 0,1-1 0,-1 0 0,1 0 0,-1 0 0,1 0 0,-1 0 0,0 0 0,0 0 0,1-1 0,-1 1 0,0-1 0,0 1 0,0-1 0,0 0 0,-1 0 0,1 0 0,0 0 0,-1 0 0,0-1 0,2-2 0,2-5 0,0 0 0,-1 0 0,-1 0 0,1 0 0,-2-1 0,0 1 0,0-1 0,1-16 0,-6-92 0,0 56 0,3 37-1365,0 3-5461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6.0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 24575,'0'0'0,"0"-1"0,0 1 0,0 0 0,0 0 0,0-1 0,0 1 0,0 0 0,0 0 0,0-1 0,1 1 0,-1 0 0,0 0 0,0-1 0,0 1 0,0 0 0,0 0 0,0 0 0,0-1 0,1 1 0,-1 0 0,0 0 0,0 0 0,0-1 0,0 1 0,1 0 0,-1 0 0,0 0 0,0 0 0,1 0 0,-1 0 0,0-1 0,0 1 0,0 0 0,1 0 0,-1 0 0,0 0 0,0 0 0,1 0 0,-1 0 0,14 4 0,9 11 0,13 15 0,47 49 0,-32-28 0,17 32-1365,-51-65-5461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6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7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0 24575,'2'108'0,"-4"115"0,-1-209 15,0-1 0,0 0 0,-2 1-1,1-2 1,-2 1 0,1 0 0,-2-1 0,-12 18-1,11-16-263,-1 0-1,2 0 0,0 1 0,1 0 1,-7 21-1,9-12-6576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7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24575,'5'-5'0,"5"-1"0,7 0 0,4 2 0,4 0 0,2 2 0,1 1 0,1 1 0,-1 0 0,-4 0-8191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7:29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189 28 24575,'0'-1'0,"0"0"0,0 1 0,0-1 0,0 0 0,0 1 0,0-1 0,0 0 0,0 1 0,-1-1 0,1 0 0,0 1 0,0-1 0,-1 1 0,1-1 0,0 0 0,-1 1 0,1-1 0,0 1 0,-1-1 0,1 1 0,-1-1 0,1 1 0,-1-1 0,1 1 0,-1 0 0,1-1 0,-1 1 0,-1-1 0,1 1 0,-1 0 0,0-1 0,1 1 0,-1 0 0,0 0 0,1 0 0,-1 0 0,1 1 0,-1-1 0,0 0 0,-2 1 0,-37 19 0,28-11 0,1 0 0,1 0 0,0 1 0,-19 21 0,25-25 0,1 0 0,0 0 0,0 0 0,1 0 0,0 1 0,0-1 0,0 1 0,1 0 0,0 0 0,0 0 0,1 0 0,-1 11 0,2-13 0,0 0 0,1-1 0,0 1 0,0 0 0,0-1 0,0 1 0,1-1 0,0 1 0,0-1 0,0 0 0,0 0 0,1 0 0,-1 0 0,1 0 0,0 0 0,0-1 0,1 0 0,-1 1 0,1-1 0,-1 0 0,6 2 0,11 8 0,0 0 0,1-2 0,23 9 0,-15-7 0,-15-5 0,0 0 0,0 2 0,-1-1 0,0 2 0,-1-1 0,0 2 0,0 0 0,-1 0 0,-1 1 0,0 0 0,-1 1 0,0 0 0,-1 0 0,-1 1 0,10 27 0,-16-38 0,0-1 0,0 1 0,0 0 0,-1 0 0,1 0 0,-1 0 0,0 0 0,0 0 0,0 0 0,-1-1 0,1 1 0,-1 0 0,0 0 0,0 0 0,0 0 0,-1-1 0,1 1 0,-1-1 0,0 1 0,0-1 0,0 0 0,0 1 0,-1-1 0,1 0 0,-1 0 0,0-1 0,0 1 0,0-1 0,0 1 0,0-1 0,-1 0 0,-4 2 0,-1 1 0,-1-1 0,0 0 0,0-1 0,0 0 0,0 0 0,0-1 0,-1 0 0,1-1 0,-1-1 0,0 1 0,-10-2 0,18 0 0,0 1 0,0-1 0,1 1 0,-1-1 0,0 0 0,0 0 0,1 0 0,-1-1 0,1 1 0,-1-1 0,1 1 0,-1-1 0,1 0 0,0 0 0,0 0 0,0 0 0,0 0 0,0 0 0,1-1 0,-1 1 0,0-1 0,1 1 0,0-1 0,0 1 0,0-1 0,0 0 0,0 0 0,0 0 0,1 1 0,-1-4 0,-1-10 0,1 0 0,0 1 0,1-1 0,3-19 0,-3 29 0,2-6 0,0 0 0,0-1 0,1 1 0,1 1 0,0-1 0,1 0 0,0 1 0,9-16 0,7-4 0,35-42 0,2-1 0,-55 68 0,1-1 0,-1 0 0,0-1 0,0 1 0,-1 0 0,0-1 0,-1 1 0,1-1 0,-1 0 0,-1 1 0,0-1 0,0 0 0,-2-14 0,1 14 0,0 0 0,0 1 0,-1-1 0,0 0 0,-1 1 0,1-1 0,-1 1 0,-1 0 0,0 0 0,0 0 0,0 1 0,-1-1 0,-7-8 0,-5 3-1365,0 3-5461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03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16 343 24575,'-1'1'0,"1"-1"0,-1 0 0,0 1 0,0-1 0,1 0 0,-1 1 0,0-1 0,0 1 0,1-1 0,-1 1 0,1-1 0,-1 1 0,0 0 0,1-1 0,-1 1 0,1 0 0,0-1 0,-1 1 0,1 0 0,-1-1 0,1 1 0,0 0 0,0 0 0,-1 0 0,1-1 0,0 1 0,0 2 0,-1 24 0,5-8 0,2 0 0,0-1 0,14 27 0,8 27 0,-24-61 0,-2-1 0,1 0 0,0 0 0,1 0 0,0 0 0,1 0 0,0-1 0,1 1 0,-1-1 0,9 8 0,-14-16 0,1-1 0,-1 1 0,1-1 0,0 1 0,0 0 0,-1-1 0,1 0 0,0 1 0,0-1 0,-1 0 0,1 1 0,0-1 0,0 0 0,0 0 0,-1 1 0,1-1 0,0 0 0,0 0 0,0 0 0,0 0 0,0 0 0,-1 0 0,1-1 0,0 1 0,0 0 0,0 0 0,0-1 0,-1 1 0,1 0 0,0-1 0,0 1 0,-1-1 0,1 1 0,0-1 0,-1 1 0,1-1 0,0 1 0,-1-1 0,1 0 0,-1 1 0,1-1 0,-1 0 0,1 1 0,-1-1 0,0 0 0,1-1 0,3-6 0,0 0 0,-1 0 0,5-14 0,-5 14 0,34-126 0,-27 90 0,2 1 0,1 1 0,25-52 0,-36 91 0,-1-1 0,1 1 0,0 0 0,0 0 0,1-1 0,-1 2 0,1-1 0,-1 0 0,1 0 0,0 1 0,0-1 0,0 1 0,0 0 0,1 0 0,-1 0 0,0 1 0,6-3 0,-6 4 0,0-1 0,1 1 0,-1 0 0,0 0 0,0 0 0,1 1 0,-1-1 0,0 1 0,0-1 0,0 1 0,1 0 0,-1 0 0,0 1 0,0-1 0,-1 0 0,1 1 0,0 0 0,0 0 0,-1 0 0,4 3 0,20 20 0,-1 1 0,-1 1 0,-1 1 0,25 43 0,-47-70 0,4 6 0,0 0 0,0 0 0,1 0 0,0-1 0,14 12 0,-18-17 0,1 1 0,-1 0 0,1-1 0,-1 0 0,1 1 0,0-1 0,-1 0 0,1 0 0,0-1 0,0 1 0,0-1 0,0 1 0,0-1 0,-1 0 0,1 0 0,0 0 0,0 0 0,0-1 0,0 1 0,0-1 0,3-1 0,3-2 0,0-1 0,0 1 0,0-2 0,-1 1 0,0-1 0,10-10 0,45-48 0,-47 47 0,44-59 0,-16 19 0,-43 55 0,1 0 0,0 0 0,-1 0 0,1 1 0,0-1 0,0 1 0,0-1 0,0 1 0,0-1 0,0 1 0,0 0 0,0 0 0,0 0 0,1 1 0,2-2 0,-4 2 0,0 1 0,1-1 0,-1 0 0,1 0 0,-1 1 0,1-1 0,-1 1 0,0-1 0,1 1 0,-1-1 0,0 1 0,1 0 0,-1 0 0,0 0 0,0 0 0,0 0 0,0 0 0,0 0 0,0 0 0,0 0 0,0 0 0,0 1 0,0-1 0,-1 0 0,2 3 0,7 17 0,0 0 0,-1 0 0,-2 1 0,7 37 0,-9-37 0,1 0 0,1 0 0,1 0 0,1-1 0,12 23 0,-11-27 0,-7-13 0,-1 0 0,1 0 0,0-1 0,0 1 0,0-1 0,0 1 0,1-1 0,0 0 0,-1 0 0,1 0 0,0 0 0,0 0 0,1-1 0,-1 1 0,0-1 0,1 0 0,0 0 0,-1 0 0,1-1 0,5 2 0,5 0 0,-1-1 0,1 0 0,-1-1 0,1 0 0,0-2 0,-1 1 0,1-2 0,22-4 0,-27 3 0,1 0 0,-1 0 0,0-1 0,0-1 0,-1 1 0,1-1 0,-1-1 0,0 0 0,0 0 0,-1 0 0,0-1 0,12-14 0,-6 3 0,-1 0 0,0-2 0,-2 1 0,0-2 0,-1 1 0,-1-1 0,-1 0 0,-1-1 0,4-25 0,-9 42 0,-1-1 0,1 1 0,-1-1 0,-1 1 0,1-1 0,-1 1 0,-2-7 0,3 11 0,0 0 0,0-1 0,0 1 0,-1 0 0,1 0 0,0 0 0,-1 0 0,1 0 0,-1 0 0,1 0 0,-1 0 0,0 0 0,1 0 0,-1 0 0,0 1 0,0-1 0,1 0 0,-1 0 0,0 1 0,0-1 0,0 0 0,0 1 0,0-1 0,0 1 0,0-1 0,0 1 0,0 0 0,0-1 0,-1 1 0,1 0 0,0 0 0,0 0 0,0 0 0,0 0 0,0 0 0,0 0 0,-1 0 0,1 0 0,-2 1 0,1 0 0,0 0 0,0 1 0,0-1 0,0 1 0,1-1 0,-1 1 0,0 0 0,1-1 0,-1 1 0,1 0 0,-1 0 0,1 0 0,0 0 0,0 0 0,0 1 0,0-1 0,0 0 0,1 0 0,-2 4 0,-7 48 0,9-54 0,0 7 0,-6 79 0,6-76 0,0-1 0,0 1 0,1-1 0,1 1 0,0-1 0,4 16 0,-4-23 0,-1 1 0,1-1 0,-1 1 0,1-1 0,0 0 0,0 0 0,0 1 0,0-1 0,0-1 0,0 1 0,1 0 0,-1-1 0,1 1 0,-1-1 0,1 1 0,-1-1 0,1 0 0,0 0 0,0-1 0,-1 1 0,1 0 0,0-1 0,0 0 0,0 1 0,0-1 0,0-1 0,3 1 0,10-2 0,0 0 0,-1-1 0,27-8 0,-31 8 0,-3 2 0,0-1 0,0 1 0,0 1 0,0-1 0,0 1 0,1 1 0,-1 0 0,0 0 0,11 3 0,11 4 0,34 15 0,-14-5 0,-46-16 0,-1-1 0,1 0 0,0-1 0,0 1 0,0 0 0,0-1 0,0 0 0,0 0 0,0 0 0,0-1 0,0 1 0,0-1 0,0 0 0,0 0 0,-1 0 0,8-4 0,-6 2 0,0 0 0,0-1 0,0 0 0,-1 0 0,1 0 0,-1 0 0,0-1 0,0 0 0,-1 1 0,4-7 0,2-6 0,0 0 0,-2-1 0,0 1 0,-1-2 0,0 1 0,2-21 0,2-18 0,-4-1 0,-1-1 0,-7-111 0,-2 335 0,4 377 0,0-537 0,0 0 0,0 0 0,1 0 0,-1 0 0,1 0 0,0 0 0,4 8 0,-5-12 0,0-1 0,0 0 0,0 0 0,0 1 0,1-1 0,-1 0 0,0 1 0,0-1 0,1 0 0,-1 0 0,0 1 0,0-1 0,1 0 0,-1 0 0,0 0 0,0 1 0,1-1 0,-1 0 0,0 0 0,1 0 0,-1 0 0,0 0 0,1 0 0,-1 0 0,0 0 0,1 0 0,-1 0 0,0 0 0,1 0 0,-1 0 0,0 0 0,1 0 0,-1 0 0,0 0 0,1 0 0,-1 0 0,0 0 0,1-1 0,1 0 0,0-1 0,0 0 0,0 0 0,-1 1 0,1-1 0,0 0 0,-1-1 0,0 1 0,2-4 0,20-42 0,-2-2 0,-3 0 0,13-55 0,35-94 0,-62 191 0,0 0 0,0 1 0,1-1 0,1 1 0,-1 0 0,1 0 0,0 0 0,1 1 0,0 0 0,0 0 0,0 1 0,0 0 0,1 0 0,9-3 0,-5 2 0,0 1 0,1 0 0,0 1 0,0 1 0,0 0 0,0 0 0,0 2 0,25-1 0,-33 2 0,0 0 0,0 1 0,0 0 0,0 0 0,0 1 0,-1-1 0,1 1 0,0 0 0,0 0 0,6 5 0,-9-7 0,-1 1 0,0 0 0,0 0 0,0 0 0,0 0 0,0 0 0,0 0 0,0 0 0,0 0 0,-1 0 0,1 0 0,0 0 0,-1 0 0,1 1 0,-1-1 0,1 0 0,-1 0 0,1 1 0,-1-1 0,0 0 0,0 1 0,0-1 0,0 1 0,0-1 0,0 0 0,0 1 0,0-1 0,0 0 0,-1 1 0,1-1 0,0 0 0,-1 0 0,1 1 0,-1-1 0,0 0 0,1 0 0,-1 0 0,0 1 0,0-1 0,1 0 0,-1 0 0,-2 1 0,-5 6 0,0-1 0,0 0 0,0-1 0,-1 0 0,0 0 0,0-1 0,0 0 0,-16 5 0,-8 2 0,-41 9 0,71-21 0,0 1 0,0 0 0,1-1 0,-1 1 0,0 0 0,1 1 0,-1-1 0,1 0 0,-1 1 0,1-1 0,-1 1 0,1 0 0,0 0 0,0 0 0,0 0 0,0 0 0,0 0 0,0 1 0,1-1 0,-1 1 0,1-1 0,0 1 0,0-1 0,0 1 0,0 0 0,0 0 0,0-1 0,1 1 0,-1 0 0,1 0 0,0 0 0,0 0 0,0 0 0,0 0 0,0-1 0,1 1 0,0 4 0,3 6 0,-1-1 0,2 1 0,-1-1 0,2-1 0,0 1 0,0 0 0,8 9 0,-5-8 0,1 0 0,-1-1 0,2 0 0,0-1 0,0 0 0,1-1 0,22 15 0,-16-15 0,0 0 0,1-1 0,0-1 0,1-1 0,26 6 0,26 7 0,-45-11 0,0-1 0,0-2 0,1 0 0,0-2 0,39 1 0,-62-6 0,-1 1 0,1-1 0,-1 0 0,1-1 0,-1 1 0,0-1 0,1 0 0,-1 0 0,0 0 0,0-1 0,-1 1 0,1-1 0,4-4 0,-6 6 0,-1-1 0,1 1 0,-1 0 0,0 0 0,0-1 0,0 1 0,0-1 0,0 1 0,0-1 0,0 1 0,0-1 0,0 0 0,-1 1 0,1-1 0,-1 0 0,1 0 0,-1 1 0,0-1 0,1 0 0,-1 0 0,0 0 0,0 1 0,-1-1 0,1 0 0,0 0 0,-1 0 0,1 1 0,0-1 0,-1 0 0,0 0 0,0 1 0,1-1 0,-1 1 0,0-1 0,-2-1 0,3 1 0,-1 1 0,0 0 0,1 0 0,-1 1 0,0-1 0,0 0 0,1 0 0,-1 0 0,0 0 0,0 1 0,0-1 0,0 0 0,0 1 0,0-1 0,0 1 0,0-1 0,0 1 0,-1-1 0,1 1 0,0 0 0,0 0 0,0 0 0,0-1 0,-1 1 0,1 0 0,0 0 0,0 1 0,0-1 0,-1 0 0,1 0 0,0 0 0,0 1 0,0-1 0,0 1 0,0-1 0,0 1 0,0-1 0,0 1 0,0 0 0,0-1 0,0 1 0,0 0 0,0 0 0,0 0 0,1 0 0,-1 0 0,0 1 0,-2 1 0,0 1 0,1 1 0,0-1 0,0 0 0,0 0 0,0 1 0,1-1 0,0 1 0,0-1 0,0 1 0,0 4 0,1-4 6,0-1 0,0 1-1,0-1 1,1 1 0,0-1-1,0 1 1,0-1 0,0 0 0,1 0-1,0 1 1,-1-1 0,2 0-1,-1-1 1,0 1 0,1 0-1,0-1 1,0 1 0,0-1 0,0 0-1,4 4 1,-1-3-130,0 0 0,0-1 1,1 1-1,-1-1 0,1 0 0,0-1 1,0 1-1,0-1 0,0-1 0,0 1 1,12 0-1,6-1-6702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05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1 722 24575,'16'0'0,"30"0"0,58-7 0,-87 4 0,-1 0 0,1-1 0,-1-1 0,0 0 0,0-1 0,28-16 0,-18 7 0,-1-1 0,0-2 0,-2 0 0,0-2 0,-1 0 0,33-40 0,-40 40 0,0-1 0,-2 0 0,0-1 0,-2 0 0,0-1 0,-2-1 0,0 1 0,7-35 0,23-208 0,-54 557 0,1-60 0,13-223 0,1 0 0,0 0 0,1 0 0,0 1 0,0-1 0,1 0 0,0-1 0,0 1 0,1 0 0,6 14 0,-6-19 0,-1 1 0,0-1 0,1 0 0,0 0 0,0 0 0,0 0 0,0-1 0,0 1 0,0-1 0,1 0 0,-1 0 0,1 0 0,-1 0 0,1-1 0,0 1 0,0-1 0,0 0 0,0 0 0,0 0 0,0-1 0,0 1 0,0-1 0,6-1 0,-4 1 0,0-2 0,0 1 0,-1-1 0,1 1 0,0-1 0,-1-1 0,0 1 0,0-1 0,1 0 0,-2 0 0,1-1 0,0 0 0,-1 1 0,1-1 0,-1-1 0,0 1 0,-1-1 0,1 1 0,4-9 0,5-8 0,0-1 0,-2-1 0,10-27 0,-13 28 0,-1-1 0,0 0 0,-2 0 0,-1 0 0,-1-1 0,0-28 0,-3 52 0,0 0 0,0 0 0,0 0 0,0 0 0,0 0 0,0 0 0,0 0 0,0 0 0,0 0 0,0 0 0,0 0 0,0 0 0,0 0 0,0 0 0,0 0 0,0 0 0,1 0 0,-1 0 0,0 0 0,0 0 0,0 0 0,0 0 0,0 0 0,0 0 0,0 0 0,0 0 0,0 0 0,0 0 0,0 0 0,0 0 0,0 0 0,4 14 0,4 22 0,-4 36 0,-4-55 0,0 0 0,1-1 0,1 1 0,0 0 0,2-1 0,0 0 0,11 31 0,-14-46 0,-1 1 0,1-1 0,0 0 0,-1 1 0,1-1 0,0 1 0,0-1 0,0 0 0,1 0 0,-1 0 0,0 0 0,0 0 0,0 0 0,1 0 0,-1 0 0,1 0 0,-1 0 0,1-1 0,-1 1 0,1 0 0,-1-1 0,1 0 0,-1 1 0,1-1 0,0 0 0,-1 0 0,1 0 0,0 0 0,-1 0 0,1 0 0,-1 0 0,1 0 0,2-1 0,4-3 0,-1 1 0,1-1 0,0 0 0,-1-1 0,11-8 0,22-12 0,-28 22 0,0-1 0,0 2 0,0 0 0,1 0 0,-1 1 0,1 0 0,15 2 0,-9 0 0,0-2 0,18-2 0,-34 2 0,0 0 0,0 0 0,-1 0 0,1 0 0,0-1 0,-1 1 0,1-1 0,-1 0 0,0 0 0,0 0 0,1 0 0,-1 0 0,0 0 0,-1-1 0,1 1 0,0-1 0,-1 1 0,1-1 0,-1 0 0,0 1 0,0-1 0,0 0 0,0 0 0,-1 0 0,1-4 0,3-10 0,-2-1 0,2-33 0,-4 43 0,0-4 0,-1 1 0,0-1 0,0 1 0,-1-1 0,-4-13 0,5 22 0,0 1 0,1 0 0,-1 0 0,0-1 0,-1 1 0,1 0 0,0 0 0,-1 0 0,1 0 0,-1 0 0,1 1 0,-1-1 0,0 0 0,-2-1 0,3 3 0,-1-1 0,1 1 0,0-1 0,-1 1 0,1 0 0,-1-1 0,0 1 0,1 0 0,-1 0 0,1 0 0,-1 0 0,1 1 0,-1-1 0,1 0 0,-1 1 0,1-1 0,-1 0 0,1 1 0,0 0 0,-1-1 0,1 1 0,0 0 0,-1 0 0,-1 2 0,-3 1 0,0 1 0,1 1 0,0-1 0,-1 1 0,2 0 0,-1 0 0,1 1 0,0-1 0,0 1 0,1 0 0,0 0 0,0 0 0,1 0 0,0 1 0,0-1 0,-1 16 0,2-15 0,0 0 0,0 0 0,1 0 0,1 0 0,-1 0 0,1 0 0,1-1 0,-1 1 0,1 0 0,1 0 0,-1-1 0,1 1 0,1-1 0,-1 0 0,1 0 0,6 7 0,-6-8 0,0-1 0,1 0 0,0-1 0,0 1 0,1-1 0,-1 0 0,1 0 0,0-1 0,0 1 0,0-1 0,0-1 0,1 1 0,-1-1 0,1 0 0,0-1 0,-1 1 0,1-1 0,0-1 0,0 1 0,0-1 0,-1 0 0,1-1 0,12-2 0,-8 0 0,0 0 0,-1 0 0,1-2 0,-1 1 0,0-1 0,0-1 0,-1 1 0,0-2 0,0 1 0,0-1 0,-1-1 0,0 1 0,14-18 0,-5 0 0,-1 0 0,-2-2 0,21-49 0,6-12 0,-39 85 0,0 0 0,-1-1 0,1 1 0,0 1 0,1-1 0,-1 0 0,1 0 0,-1 1 0,1-1 0,5-2 0,-7 4 0,0 1 0,0-1 0,0 1 0,0 0 0,0 0 0,0 0 0,0 0 0,0 0 0,0 0 0,0 0 0,0 0 0,0 0 0,1 0 0,-1 0 0,0 1 0,0-1 0,0 0 0,0 1 0,0-1 0,0 1 0,0-1 0,0 1 0,-1 0 0,1-1 0,0 1 0,0 0 0,0-1 0,-1 1 0,1 0 0,0 0 0,-1 0 0,1 0 0,-1 0 0,1 0 0,-1 0 0,1 0 0,0 2 0,13 26 0,17 47 0,-1-2 0,-19-50 0,-6-10 0,2 0 0,0-1 0,0 0 0,14 18 0,-21-31 0,0 1 0,0-1 0,1 1 0,-1-1 0,0 1 0,0-1 0,0 0 0,1 1 0,-1-1 0,0 1 0,1-1 0,-1 0 0,0 1 0,1-1 0,-1 0 0,0 1 0,1-1 0,-1 0 0,1 0 0,-1 1 0,0-1 0,1 0 0,-1 0 0,1 0 0,-1 0 0,1 0 0,-1 1 0,1-1 0,-1 0 0,1 0 0,-1 0 0,1 0 0,-1 0 0,1 0 0,-1-1 0,1 1 0,-1 0 0,0 0 0,1 0 0,-1 0 0,1-1 0,-1 1 0,1 0 0,-1 0 0,0-1 0,1 1 0,-1 0 0,1 0 0,-1-1 0,0 1 0,1-1 0,-1 1 0,0 0 0,0-1 0,1 1 0,-1-1 0,0 1 0,0 0 0,1-2 0,7-35 0,-5 20 0,-3 15 0,1 0 0,-1 1 0,1-1 0,0 1 0,0-1 0,-1 1 0,1-1 0,0 1 0,0 0 0,0 0 0,1-1 0,-1 1 0,0 0 0,0 0 0,1 0 0,-1 0 0,1 0 0,-1 0 0,1 1 0,-1-1 0,1 0 0,-1 1 0,1-1 0,-1 1 0,1 0 0,0-1 0,-1 1 0,1 0 0,0 0 0,-1 0 0,1 0 0,0 0 0,-1 1 0,1-1 0,0 0 0,-1 1 0,1-1 0,0 1 0,-1 0 0,1-1 0,-1 1 0,3 2 0,8 3 0,-1 1 0,0 1 0,-1-1 0,12 12 0,-19-16 0,1 0 0,0 1 0,1-1 0,-1 0 0,1 0 0,-1 0 0,1 0 0,0-1 0,9 3 0,-12-4 0,-1-1 0,1 0 0,0 0 0,0 0 0,0 0 0,0 0 0,0 0 0,0 0 0,0 0 0,0-1 0,-1 1 0,1-1 0,0 0 0,0 1 0,0-1 0,-1 0 0,1 0 0,-1 0 0,1 0 0,0 0 0,-1-1 0,0 1 0,1 0 0,-1-1 0,0 1 0,0-1 0,0 1 0,2-3 0,70-96 0,-71 98 0,-1-1 0,1 1 0,0 0 0,0 0 0,-1-1 0,1 1 0,1 1 0,-1-1 0,0 0 0,0 0 0,4-1 0,-5 2 0,0 1 0,0 0 0,0 0 0,0 0 0,1 0 0,-1 0 0,0 0 0,0 0 0,0 0 0,0 1 0,0-1 0,0 0 0,0 0 0,0 1 0,0-1 0,0 1 0,0-1 0,-1 1 0,1-1 0,0 1 0,0 0 0,0-1 0,0 1 0,-1 0 0,1 0 0,0-1 0,-1 1 0,1 0 0,-1 0 0,1 0 0,-1 0 0,1 0 0,-1 0 0,1 1 0,5 13-273,0-1 0,0 1 0,-2 0 0,6 30 0,-4-9-6553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07.0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24575,'5'0'0,"6"-5"0,5-1 0,6 0 0,2 2 0,3 0 0,2 2 0,4 1 0,1 1 0,0 0 0,-1-5 0,-1-1 0,-7 0-8191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08.2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281 55 24575,'0'-2'0,"0"0"0,0 0 0,0 0 0,0 0 0,-1 0 0,1 0 0,-1 0 0,1 0 0,-1 0 0,0 1 0,0-1 0,0 0 0,0 0 0,0 1 0,0-1 0,0 0 0,0 1 0,-1-1 0,1 1 0,-1 0 0,-1-2 0,0 1 0,-1 0 0,1 1 0,-1-1 0,1 1 0,-1 0 0,0 0 0,1 0 0,-1 0 0,0 0 0,-6 1 0,1 0 0,-1 0 0,1 1 0,-1 0 0,1 0 0,0 1 0,0 0 0,0 1 0,-14 6 0,15-5 0,0 0 0,1 1 0,-1 0 0,1 1 0,0 0 0,0 0 0,0 0 0,1 1 0,0 0 0,0 0 0,1 0 0,0 1 0,0 0 0,1 0 0,0 0 0,1 0 0,-1 1 0,2-1 0,-1 1 0,1 0 0,0 0 0,1 0 0,0 0 0,1 0 0,-1 0 0,2 1 0,-1-1 0,1 0 0,1 0 0,0 0 0,0 0 0,1-1 0,3 10 0,-3-14 0,-1 1 0,1 0 0,1-1 0,-1 0 0,0 0 0,1 0 0,0 0 0,0 0 0,0-1 0,1 1 0,-1-1 0,1-1 0,-1 1 0,1 0 0,0-1 0,0 0 0,0 0 0,1-1 0,-1 1 0,0-1 0,0 0 0,7 0 0,-7 0 0,1-1 0,-1 0 0,1 0 0,-1 0 0,1 0 0,-1-1 0,1 0 0,-1 0 0,1-1 0,-1 1 0,0-1 0,0 0 0,0-1 0,0 1 0,0-1 0,0 0 0,-1 0 0,1 0 0,-1-1 0,0 0 0,6-6 0,0-8 0,0 0 0,-2 0 0,0-1 0,-1 0 0,0-1 0,-2 1 0,0-1 0,1-21 0,11-39 0,-16 76 0,1-1 0,-1 1 0,1 0 0,0-1 0,0 1 0,4-6 0,-6 9 0,1 1 0,-1-1 0,1 1 0,-1-1 0,1 1 0,-1-1 0,1 1 0,0-1 0,-1 1 0,1 0 0,-1-1 0,1 1 0,0 0 0,0-1 0,-1 1 0,1 0 0,0 0 0,-1 0 0,1 0 0,0 0 0,0 0 0,-1 0 0,1 0 0,0 0 0,0 0 0,-1 0 0,1 0 0,0 0 0,-1 1 0,1-1 0,0 0 0,-1 1 0,1-1 0,0 0 0,-1 1 0,1-1 0,0 1 0,-1-1 0,1 1 0,-1-1 0,1 1 0,-1-1 0,1 1 0,-1-1 0,0 1 0,1 0 0,-1-1 0,1 2 0,7 9 0,-1 1 0,0 0 0,0 0 0,-2 0 0,9 23 0,16 73 0,-24-87 0,4 24-1365,-2-8-5461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08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13 24575,'0'-5'0,"-5"-1"0,-6 5 0,-5 7 0,-1 11 0,-2 4 0,2 2 0,5 3 0,-1 1 0,2 0 0,3 1 0,2 0 0,8-5 0,3-2 0,5-4 0,6-5 0,4 0 0,0-2-8191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0.8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14 24575,'0'0'0,"0"-1"0,0 1 0,0 0 0,0-1 0,-1 1 0,1 0 0,0-1 0,0 1 0,0 0 0,0-1 0,-1 1 0,1 0 0,0 0 0,0-1 0,-1 1 0,1 0 0,0 0 0,-1-1 0,1 1 0,0 0 0,0 0 0,-1 0 0,1 0 0,0-1 0,-1 1 0,1 0 0,0 0 0,-1 0 0,1 0 0,-1 0 0,1 0 0,0 0 0,-1 0 0,1 0 0,0 0 0,-1 0 0,1 0 0,0 0 0,-1 0 0,1 0 0,0 1 0,-1-1 0,1 0 0,0 0 0,-1 0 0,1 0 0,0 1 0,-1-1 0,1 1 0,-19 9 0,11-2 0,0 0 0,0 0 0,1 1 0,0 0 0,0 0 0,1 0 0,0 1 0,1 0 0,0 0 0,-6 19 0,5-10 0,1-1 0,0 1 0,1 0 0,1 0 0,0 31 0,3-47 0,0 1 0,0-1 0,0 1 0,1-1 0,-1 1 0,1-1 0,0 1 0,0-1 0,1 1 0,-1-1 0,1 0 0,0 0 0,-1 0 0,1 0 0,0 0 0,1 0 0,-1 0 0,1-1 0,-1 1 0,1-1 0,0 0 0,-1 1 0,1-1 0,1-1 0,-1 1 0,0 0 0,7 2 0,6 0 0,0 1 0,0-2 0,1 0 0,30 1 0,-15-2 0,8 3 0,-21-1 0,0-2 0,0 0 0,0-1 0,0-1 0,0-1 0,36-5 0,-51 4 0,0-1 0,0 1 0,0-1 0,0 0 0,-1 0 0,1 0 0,-1 0 0,1 0 0,-1-1 0,0 0 0,-1 1 0,1-1 0,-1 0 0,1-1 0,-1 1 0,0 0 0,-1-1 0,1 1 0,-1-1 0,0 1 0,0-1 0,0 1 0,0-1 0,-1-5 0,0 5 0,0 1 0,0-1 0,0 1 0,0-1 0,-1 1 0,0-1 0,0 1 0,0 0 0,-1-1 0,1 1 0,-4-6 0,4 8 0,-1 0 0,1-1 0,-1 1 0,0 0 0,1 0 0,-1 1 0,0-1 0,0 0 0,0 1 0,-1-1 0,1 1 0,0-1 0,0 1 0,-1 0 0,1 0 0,-1 0 0,1 0 0,-1 1 0,1-1 0,-4 0 0,3 1 0,0 0 0,0 0 0,0 0 0,0 1 0,0-1 0,0 1 0,0-1 0,0 1 0,0 0 0,0 0 0,0 0 0,1 0 0,-1 1 0,0-1 0,1 1 0,-1 0 0,1 0 0,0 0 0,-1 0 0,1 0 0,0 0 0,0 0 0,0 1 0,1-1 0,-1 1 0,1-1 0,-1 1 0,1 0 0,0 0 0,0-1 0,0 1 0,0 0 0,0 3 0,0-1 0,0-1 0,0 1 0,1-1 0,-1 1 0,1-1 0,0 1 0,0-1 0,1 1 0,-1-1 0,1 0 0,0 1 0,1-1 0,-1 0 0,0 1 0,1-1 0,0 0 0,0 0 0,1 0 0,-1 0 0,1-1 0,5 7 0,-4-7 0,-1 1 0,1-1 0,0 0 0,1 0 0,-1-1 0,0 0 0,1 1 0,0-1 0,-1-1 0,1 1 0,0-1 0,0 1 0,0-2 0,0 1 0,0 0 0,0-1 0,9 0 0,-7-2 0,0 1 0,0-1 0,-1 0 0,1-1 0,-1 0 0,1 0 0,-1 0 0,0 0 0,0-1 0,-1 0 0,9-8 0,1-3 0,0 0 0,-2-2 0,1 1 0,-2-2 0,-1 1 0,0-2 0,12-28 0,-15 29 0,25-63 0,-30 73 0,0-1 0,-1 1 0,0-1 0,-1 1 0,0-1 0,0 1 0,-1-12 0,-4 9 0,-1 18 0,-3 20 0,7-17 0,1 1 0,0-1 0,1 0 0,0 0 0,1 0 0,0 0 0,0 0 0,1 0 0,1-1 0,-1 1 0,2-1 0,-1 0 0,1 0 0,0 0 0,1-1 0,7 8 0,13 16 0,2-1 0,50 42 0,-65-61 0,-12-11 0,0 0 0,0 0 0,0 0 0,0 0 0,0 0 0,0 0 0,0 0 0,0-1 0,0 1 0,1 0 0,-1-1 0,0 1 0,0 0 0,1-1 0,-1 0 0,1 1 0,-1-1 0,0 0 0,1 0 0,-1 1 0,0-1 0,1 0 0,-1-1 0,1 1 0,-1 0 0,0 0 0,1 0 0,1-1 0,0-2 0,1 0 0,-1 0 0,0 0 0,0-1 0,0 1 0,-1-1 0,1 1 0,2-6 0,46-86 0,-36 63 0,2 1 0,24-33 0,-41 63 0,0 1 0,0-1 0,1 1 0,-1 0 0,0-1 0,0 1 0,1 0 0,-1-1 0,0 1 0,1 0 0,-1-1 0,0 1 0,1 0 0,-1 0 0,1-1 0,-1 1 0,0 0 0,1 0 0,-1 0 0,1 0 0,-1 0 0,0 0 0,1-1 0,-1 1 0,1 0 0,-1 0 0,1 0 0,-1 0 0,1 1 0,-1-1 0,0 0 0,1 0 0,-1 0 0,1 0 0,0 0 0,10 16 0,3 30 0,-13-43 0,6 33 0,2-2 0,2 1 0,1-1 0,2-1 0,0 0 0,27 41 0,-35-66 0,-2-2 0,1 0 0,-1 1 0,0 0 0,-1 0 0,4 10 0,-7-16 0,1 0 0,-1 0 0,0 0 0,0 0 0,1 0 0,-1 0 0,0 0 0,0 0 0,0 0 0,0 1 0,-1-1 0,1 0 0,0 0 0,0 0 0,-1 0 0,1 0 0,-1 0 0,1 0 0,-1 0 0,1 0 0,-1 0 0,1 0 0,-1 0 0,0 0 0,0-1 0,1 1 0,-1 0 0,0 0 0,0-1 0,0 1 0,0 0 0,0-1 0,0 1 0,0-1 0,0 0 0,0 1 0,0-1 0,0 0 0,0 1 0,0-1 0,0 0 0,0 0 0,-1 0 0,0 0 0,-16 2-76,0-2 0,-33-2-1,29 1-1059,-3-1-5690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4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1 444 24575,'0'17'0,"0"1"0,1 0 0,1-1 0,8 34 0,-9-48 0,0 1 0,0 0 0,1-1 0,-1 0 0,1 1 0,0-1 0,-1 0 0,1 0 0,1 0 0,-1 0 0,0 0 0,1-1 0,0 1 0,-1 0 0,1-1 0,0 0 0,0 0 0,0 0 0,1 0 0,-1-1 0,0 1 0,1-1 0,-1 0 0,1 1 0,-1-2 0,1 1 0,0 0 0,-1-1 0,1 0 0,5 0 0,-5 0 0,0-1 0,-1 0 0,1 0 0,-1 0 0,1-1 0,-1 1 0,0-1 0,1 0 0,-1 0 0,0 0 0,0 0 0,0 0 0,-1-1 0,1 0 0,0 1 0,-1-1 0,0 0 0,0 0 0,0 0 0,0 0 0,0-1 0,0 1 0,-1 0 0,2-6 0,1-2 0,0 0 0,-1 0 0,0 0 0,-1 0 0,-1 0 0,2-23 0,-4 29 0,1 0 0,-1 1 0,0-1 0,-1 0 0,1 1 0,-1 0 0,0-1 0,0 1 0,0 0 0,0 0 0,-1 0 0,1 0 0,-1 0 0,0 1 0,-1-1 0,1 1 0,0 0 0,-1 0 0,0 0 0,0 0 0,0 1 0,0-1 0,0 1 0,0 0 0,-1 0 0,1 1 0,0-1 0,-1 1 0,0 0 0,1 0 0,-1 1 0,0-1 0,1 1 0,-1 0 0,0 0 0,1 1 0,-1 0 0,0-1 0,1 1 0,-1 1 0,1-1 0,-8 4 0,11-5 0,1 0 0,-1 1 0,0-1 0,0 0 0,0 1 0,0-1 0,1 1 0,-1-1 0,0 1 0,1 0 0,-1-1 0,0 1 0,1 0 0,-1-1 0,1 1 0,-1 0 0,1 0 0,-1 0 0,1-1 0,-1 1 0,1 2 0,0-3 0,0 1 0,0 0 0,0-1 0,1 1 0,-1 0 0,0-1 0,1 1 0,-1-1 0,1 1 0,-1-1 0,1 1 0,-1-1 0,1 1 0,-1-1 0,1 1 0,-1-1 0,1 0 0,-1 1 0,1-1 0,0 0 0,0 1 0,5 1 0,0 0 0,1 0 0,-1 0 0,11 0 0,-2 0 0,-2-2 0,-1 1 0,0 0 0,0 1 0,0 1 0,0 0 0,0 0 0,-1 1 0,1 1 0,17 9 0,97 66 0,-124-79 0,1 1 0,0 0 0,-1-1 0,1 0 0,0 1 0,0-1 0,0 0 0,0-1 0,0 1 0,0 0 0,0-1 0,0 0 0,0 0 0,5 0 0,-6 0 0,0-1 0,-1 0 0,1 1 0,0-1 0,-1 0 0,1 0 0,0 0 0,-1 0 0,1 0 0,-1-1 0,0 1 0,1 0 0,-1-1 0,0 1 0,0-1 0,0 1 0,0-1 0,0 1 0,0-1 0,0 0 0,0 0 0,-1 1 0,1-1 0,-1 0 0,1-2 0,10-47-226,-2 0 0,-3-1 0,-2 0 0,-3-60 0,-1 88-1612,-8-47 1,6 61 1590,0 1-1,-1-1 1,0 0 0,0 1-1,-1 0 1,0 0 0,-6-10-1,9 18 244,1 1 0,0-1-1,0 0 1,-1 1-1,1-1 1,-1 0 0,1 1-1,0-1 1,-1 1 0,1-1-1,-1 1 1,1-1 0,-1 1-1,0-1 1,1 1 0,-1-1-1,1 1 1,-1 0 0,0-1-1,1 1 1,-1 0-1,0 0 1,0-1 0,1 1-1,-1 0 1,0 0 0,1 0-1,-1 0 1,0 0 0,0 0-1,0 0 1,0 1-6,0 0 1,0 0-1,0 0 1,0 0-1,0 0 1,0 0-1,0 0 1,1 1-1,-1-1 0,0 0 1,1 0-1,-1 1 1,1-1-1,-1 3 1,-7 52 1359,8-55-1287,-4 182 5689,11-69-5802,39 203 1,-46-312 49,1-1 0,0 0 0,1 0 0,-1 1 0,1-1 0,-1 0 0,1 0 0,1 0 0,-1 0 0,0-1 0,1 1 0,0-1 0,0 1 0,0-1 0,5 4 0,-4-4 0,1-1 0,0 1 0,0-1 0,0 0 0,0 0 0,0 0 0,1-1 0,-1 0 0,0 0 0,1 0 0,-1-1 0,7 0 0,0 1 0,0-1 0,-1-1 0,1 0 0,-1 0 0,1-1 0,18-5 0,-26 5 0,0 0 0,0 0 0,-1 0 0,1-1 0,0 1 0,-1-1 0,0 0 0,1 0 0,-1 0 0,0 0 0,-1 0 0,1-1 0,-1 1 0,1-1 0,-1 0 0,0 0 0,0 0 0,-1 0 0,1 0 0,1-8 0,-1 1 0,0 0 0,0 0 0,-1 0 0,-1 0 0,0 0 0,0 0 0,-1 0 0,0 0 0,-6-18 0,7 27 0,0 0 0,0 1 0,0-1 0,0 1 0,0-1 0,0 0 0,0 1 0,1-1 0,-1 1 0,0-1 0,1 0 0,-1 1 0,1-1 0,0 1 0,-1 0 0,1-1 0,0 1 0,0-1 0,0 1 0,0 0 0,0 0 0,0 0 0,1-1 0,-1 1 0,2-1 0,41-23 0,-20 14 0,-7 1 0,0-1 0,-1 0 0,0-2 0,14-14 0,-25 22 0,0-1 0,0 0 0,-1 0 0,0 0 0,0-1 0,0 1 0,-1-1 0,0 0 0,-1 0 0,1 0 0,-2 0 0,1-1 0,1-14 0,0-8 0,-3-51 0,-1 70 0,0 0 0,-1 0 0,0 0 0,0 0 0,-1 0 0,-1 1 0,-8-18 0,12 27 0,0 1 0,0-1 0,0 0 0,0 1 0,-1-1 0,1 1 0,0-1 0,-1 0 0,1 1 0,0-1 0,-1 1 0,1-1 0,-1 1 0,1-1 0,-1 1 0,1-1 0,-1 1 0,1-1 0,-1 1 0,0 0 0,1-1 0,-1 1 0,1 0 0,-1-1 0,0 1 0,1 0 0,-1 0 0,0 0 0,1 0 0,-1 0 0,0 0 0,0 0 0,1 0 0,-1 0 0,0 0 0,1 0 0,-1 0 0,0 0 0,1 0 0,-1 1 0,0-1 0,1 0 0,-1 0 0,1 1 0,-1-1 0,0 1 0,1-1 0,-1 0 0,1 1 0,-1-1 0,1 1 0,-1-1 0,1 1 0,0 0 0,-1-1 0,1 1 0,0-1 0,-1 1 0,1 0 0,0-1 0,-1 1 0,1 1 0,-18 45 0,5 3 0,3 0 0,1 1 0,3 0 0,3 1 0,4 99 0,1-140 0,1 0 0,0 0 0,1 0 0,0 0 0,1 0 0,0-1 0,0 0 0,1 0 0,0 0 0,1-1 0,0 0 0,1 0 0,0-1 0,0 0 0,1 0 0,18 12 0,-20-16 0,0-1 0,0 0 0,0 0 0,0-1 0,0 0 0,1 0 0,-1-1 0,1 1 0,10-1 0,-14-1 0,-1 0 0,1 0 0,0-1 0,0 1 0,-1-1 0,1 0 0,0 0 0,-1 0 0,1 0 0,-1-1 0,1 1 0,-1-1 0,0 0 0,1 0 0,-1 0 0,0 0 0,0-1 0,-1 1 0,1-1 0,3-4 0,35-59 0,-37 58 0,0 1 0,-1-1 0,0 0 0,0 0 0,-1 0 0,0 0 0,1-9 0,-4 27 0,1-6 0,-1 0 0,1 0 0,0 0 0,0 0 0,0 0 0,1 0 0,-1 0 0,1 0 0,0 0 0,0 0 0,0 0 0,1 0 0,-1-1 0,1 1 0,3 4 0,-1-2-85,1-1 0,0 1-1,0-1 1,0 0 0,1-1-1,0 1 1,0-1 0,0-1-1,0 1 1,1-1 0,0 0-1,-1 0 1,1-1 0,0 0-1,10 2 1,10 1-6741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5.7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1 726 24575,'6'-1'0,"1"1"0,-1-1 0,1-1 0,-1 1 0,0-1 0,0 0 0,1 0 0,-1-1 0,-1 0 0,1 0 0,0 0 0,-1-1 0,1 0 0,-1 0 0,0 0 0,-1-1 0,1 0 0,-1 0 0,0 0 0,6-9 0,4-9 0,0 0 0,-2-1 0,15-43 0,2-16 0,-5-1 0,26-162 0,-39 143 0,-13 228 0,2 356 0,1-458 0,0 1 0,2-1 0,6 23 0,-7-40 0,0 1 0,0-1 0,0 0 0,1 0 0,0 0 0,0 0 0,1 0 0,-1-1 0,1 1 0,1-1 0,-1 0 0,1 0 0,0-1 0,10 8 0,-9-7 0,0-1 0,1 0 0,0-1 0,-1 0 0,1 0 0,1 0 0,-1-1 0,0 0 0,0 0 0,9 0 0,-13-2 0,0 0 0,0 0 0,0 0 0,0-1 0,0 1 0,-1-1 0,1 0 0,0 0 0,0 0 0,0 0 0,0-1 0,-1 1 0,1-1 0,-1 1 0,1-1 0,-1 0 0,0 0 0,0 0 0,1 0 0,-2-1 0,1 1 0,0 0 0,0-1 0,-1 0 0,1 1 0,-1-1 0,2-4 0,3-12 0,0 0 0,-2 0 0,0 0 0,-1 0 0,1-37 0,1-3 0,-5 53 0,8-49 0,-6 49 0,-1 8 0,1 30 0,-4-1 0,1-10 0,1 0 0,3 27 0,-3-44 0,0 0 0,1 0 0,0 0 0,0-1 0,0 1 0,0 0 0,1 0 0,-1-1 0,1 1 0,0-1 0,0 1 0,0-1 0,1 0 0,-1 0 0,1 0 0,0 0 0,-1 0 0,6 3 0,-6-5 0,-1 0 0,1 1 0,0-1 0,0 0 0,0 0 0,0-1 0,1 1 0,-1 0 0,0-1 0,0 1 0,0-1 0,0 0 0,1 0 0,-1 1 0,0-2 0,0 1 0,1 0 0,-1 0 0,0-1 0,0 1 0,0-1 0,0 1 0,0-1 0,0 0 0,0 0 0,0 0 0,0 0 0,0-1 0,0 1 0,0 0 0,-1-1 0,1 1 0,0-1 0,-1 0 0,0 1 0,3-5 0,0 0 0,-1 0 0,1-1 0,-1 0 0,-1 1 0,1-1 0,-1 0 0,0-1 0,-1 1 0,0 0 0,0-8 0,0 5 0,-1 1 0,0 0 0,-1-1 0,0 1 0,0-1 0,-1 1 0,0 0 0,-1 0 0,-4-11 0,4 14 0,0 1 0,0 0 0,-1-1 0,0 1 0,0 1 0,0-1 0,-1 1 0,1-1 0,-1 1 0,0 0 0,0 1 0,-1-1 0,1 1 0,-11-4 0,4 2-341,0 1 0,0 0-1,-17-2 1,1 1-6485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6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 24575,'0'-5'0,"4"-1"0,7 0 0,6 2 0,9 0 0,5 2 0,11 1 0,13 5 0,10 2 0,-1 1 0,-6-3 0,-9 5 0,-13-1-8191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8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271 109 24575,'0'-5'0,"0"1"0,0 0 0,0 0 0,0 0 0,-1 0 0,0-1 0,0 1 0,0 0 0,0 0 0,0 0 0,-1 1 0,0-1 0,0 0 0,0 0 0,0 1 0,0-1 0,-1 1 0,0 0 0,1 0 0,-1 0 0,-1 0 0,1 0 0,0 1 0,-1-1 0,1 1 0,-1 0 0,1 0 0,-1 0 0,0 1 0,0-1 0,0 1 0,-6-1 0,4 1 0,1 0 0,-1 0 0,1 1 0,-1 0 0,1 0 0,-1 0 0,1 1 0,0 0 0,-1 0 0,1 0 0,0 1 0,-1-1 0,1 1 0,0 0 0,0 1 0,0 0 0,1-1 0,-1 1 0,1 1 0,-8 6 0,3-2 0,2 0 0,-1 1 0,1-1 0,0 1 0,1 1 0,0-1 0,1 1 0,0 0 0,-6 16 0,10-24 0,0 1 0,1-1 0,-1 0 0,1 0 0,-1 0 0,1 1 0,0-1 0,-1 0 0,1 1 0,0-1 0,1 0 0,-1 1 0,0-1 0,1 0 0,-1 0 0,1 1 0,0-1 0,-1 0 0,1 0 0,0 0 0,1 0 0,-1 0 0,0 0 0,0 0 0,3 3 0,3 0 0,-1 0 0,1-1 0,-1 1 0,1-1 0,1-1 0,7 4 0,-1 0 0,20 7 0,-21-8 0,1 0 0,-1 0 0,-1 2 0,15 9 0,-23-14 0,-1 0 0,1 1 0,-1-1 0,1 1 0,-1 0 0,-1 0 0,1 0 0,0 0 0,-1 0 0,0 1 0,0-1 0,0 1 0,-1-1 0,1 1 0,-1 0 0,1 8 0,-2-9 0,0-1 0,0 0 0,-1 1 0,1-1 0,-1 0 0,0 0 0,1 1 0,-1-1 0,-1 0 0,1 0 0,0 0 0,-1 0 0,0 0 0,1 0 0,-1-1 0,0 1 0,0-1 0,-1 1 0,1-1 0,-1 0 0,1 0 0,-1 0 0,1 0 0,-1 0 0,0 0 0,0-1 0,0 1 0,0-1 0,0 0 0,-6 1 0,6 0 0,-1-1 0,0 0 0,0-1 0,0 1 0,1 0 0,-1-1 0,0 0 0,0 0 0,0 0 0,0-1 0,0 1 0,1-1 0,-1 0 0,0 0 0,0 0 0,1 0 0,-1-1 0,1 0 0,-1 1 0,1-1 0,0 0 0,-1-1 0,1 1 0,0-1 0,-5-5 0,5 3 0,0 0 0,0 0 0,0 0 0,0-1 0,1 1 0,0-1 0,0 0 0,1 0 0,0 0 0,0 1 0,0-1 0,0 0 0,1 0 0,0 0 0,0 0 0,3-12 0,-1 10 0,0-1 0,1 1 0,0 0 0,0 0 0,1 0 0,0 0 0,0 0 0,1 1 0,0 0 0,12-13 0,-9 10-227,1-1-1,-2 0 1,0-1-1,0 1 1,9-25-1,-6 14-6598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8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 24575,'4'0'0,"7"0"0,6 0 0,4 0 0,4 0 0,2 0 0,1 0 0,1-5 0,-1-1 0,-4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9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24575,'0'-4'0,"5"-2"0,1 5 0,0 7 0,-1 7 0,-2 11 0,-1 5 0,-1 4 0,0 0 0,-1-1 0,0-2 0,-1 0 0,1-6-8191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19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24575,'0'-5'0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0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24575,'1'-1'0,"-1"0"0,1 0 0,-1 0 0,1 1 0,-1-1 0,1 0 0,0 1 0,-1-1 0,1 0 0,0 1 0,0-1 0,0 1 0,-1-1 0,1 1 0,0-1 0,0 1 0,0-1 0,0 1 0,0 0 0,0 0 0,0 0 0,0-1 0,0 1 0,0 0 0,0 0 0,0 0 0,0 0 0,0 1 0,0-1 0,0 0 0,0 0 0,0 1 0,-1-1 0,1 0 0,0 1 0,0-1 0,0 1 0,0-1 0,0 1 0,-1-1 0,1 1 0,0 0 0,0-1 0,-1 1 0,1 0 0,-1 0 0,1-1 0,-1 1 0,1 0 0,-1 0 0,1 0 0,0 1 0,2 7 0,1 0 0,-2 0 0,1 1 0,1 13 0,-1-9 0,6 44 0,-8-44 0,1-1 0,0 1 0,1-1 0,1 0 0,7 21 0,-11-34 0,0 0 0,0 0 0,0 1 0,0-1 0,0 0 0,0 0 0,0 0 0,0 1 0,0-1 0,1 0 0,-1 0 0,0 0 0,0 0 0,0 1 0,0-1 0,0 0 0,0 0 0,0 0 0,1 0 0,-1 1 0,0-1 0,0 0 0,0 0 0,0 0 0,1 0 0,-1 0 0,0 0 0,0 0 0,0 0 0,1 0 0,-1 1 0,0-1 0,0 0 0,0 0 0,1 0 0,-1 0 0,0 0 0,0 0 0,0 0 0,1 0 0,-1 0 0,0-1 0,0 1 0,0 0 0,1 0 0,-1 0 0,5-12 0,-1-17 0,-4 16 0,0-1 0,1 1 0,1-1 0,-1 1 0,6-16 0,-7 27 0,1 0 0,-1 0 0,1 0 0,0 0 0,-1 0 0,1 0 0,0 0 0,0 1 0,0-1 0,0 0 0,1 1 0,-1-1 0,0 1 0,1-1 0,-1 1 0,1-1 0,0 1 0,-1 0 0,1 0 0,0 0 0,0 0 0,-1 0 0,1 0 0,0 1 0,0-1 0,0 1 0,0-1 0,0 1 0,0-1 0,0 1 0,0 0 0,0 0 0,0 0 0,0 1 0,4-1 0,-4 1 2,0 0-1,0 0 0,0 0 1,0 0-1,1 0 1,-1 1-1,-1-1 0,1 0 1,0 1-1,0 0 1,-1-1-1,1 1 1,0 0-1,-1 0 0,0 0 1,3 4-1,17 42-88,-9-20-1215,-1-8-5524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1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 24575,'-1'0'0,"0"0"0,0 0 0,1 1 0,-1-1 0,0 0 0,0 1 0,0-1 0,1 0 0,-1 1 0,0-1 0,1 1 0,-1 0 0,0-1 0,1 1 0,-1-1 0,1 1 0,-1 0 0,1-1 0,-1 1 0,1 0 0,-1 0 0,1-1 0,0 1 0,0 0 0,-1 0 0,1 0 0,0 1 0,-4 26 0,4 19 0,2 0 0,3 0 0,11 52 0,6 59 0,-21-112 0,-2-34 0,2 1 0,-1-1 0,1 1 0,5 21 0,-3-29 0,-2-13 0,-6-17 0,-11-22-455,2-1 0,-12-73 0,22 83-6371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2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55 24575,'0'-2'0,"0"0"0,0 0 0,1 0 0,-1 0 0,0 0 0,1 0 0,-1 0 0,1 0 0,0 0 0,0 1 0,-1-1 0,1 0 0,0 0 0,1 1 0,-1-1 0,0 0 0,0 1 0,1 0 0,2-3 0,-1 2 0,0 0 0,0 0 0,0 0 0,1 1 0,-1 0 0,1-1 0,-1 1 0,1 0 0,-1 1 0,5-1 0,3 0 0,0 0 0,0 1 0,0 1 0,0 0 0,0 0 0,16 5 0,-17-3 0,0 0 0,0 1 0,-1 0 0,1 0 0,-1 1 0,0 1 0,0-1 0,15 14 0,-19-15 0,-1 1 0,0 0 0,0 0 0,0 0 0,-1 0 0,1 1 0,-1-1 0,0 1 0,-1 0 0,0 0 0,0 0 0,0 0 0,0 1 0,-1-1 0,1 11 0,-2-14 0,0 0 0,0 0 0,-1-1 0,1 1 0,0 0 0,-1 0 0,0 0 0,0-1 0,0 1 0,0 0 0,0-1 0,0 1 0,-1-1 0,1 0 0,-4 4 0,1-1 0,-1 0 0,1-1 0,-1 0 0,0 0 0,0 0 0,-11 5 0,5-4 0,-1 1 0,0-2 0,-1 1 0,1-2 0,-1 1 0,-18 1 0,-68-4-827,91-1 289,-16 0-6288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4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1 427 24575,'2'36'0,"1"0"0,10 39 0,-6-36 0,-7-36 0,1 0 0,-1 0 0,1 0 0,0 0 0,0 0 0,1 0 0,-1 0 0,0 0 0,1 0 0,0-1 0,-1 1 0,1-1 0,0 1 0,1-1 0,-1 1 0,0-1 0,1 0 0,-1 0 0,1 0 0,0-1 0,-1 1 0,1-1 0,0 1 0,0-1 0,0 0 0,0 0 0,0 0 0,0-1 0,7 2 0,-6-2 0,1 0 0,0 0 0,0-1 0,-1 1 0,1-1 0,0 0 0,-1 0 0,1-1 0,-1 1 0,1-1 0,-1 0 0,0 0 0,0-1 0,1 1 0,-2-1 0,1 0 0,0 0 0,-1 0 0,6-7 0,-8 9 0,2-3 0,0 0 0,0 0 0,1 1 0,-1-1 0,1 1 0,0 0 0,0 0 0,5-3 0,-8 5 0,1 1 0,0 0 0,0-1 0,0 1 0,-1 0 0,1 0 0,0 0 0,0 0 0,-1 1 0,1-1 0,0 0 0,0 1 0,-1-1 0,1 1 0,0 0 0,-1-1 0,1 1 0,-1 0 0,1 0 0,-1 0 0,1 0 0,-1 0 0,1 0 0,-1 1 0,0-1 0,2 3 0,12 11 0,29 26 0,-43-40 0,1 1 0,0-1 0,0 0 0,0 0 0,0 0 0,0 0 0,0 0 0,1 0 0,-1 0 0,0-1 0,0 1 0,1-1 0,-1 0 0,0 0 0,0 1 0,1-1 0,-1-1 0,0 1 0,1 0 0,-1-1 0,2 0 0,-2 0 0,0 0 0,0 0 0,-1 0 0,1 0 0,0 0 0,-1-1 0,1 1 0,-1-1 0,0 1 0,0-1 0,1 0 0,-1 1 0,0-1 0,0 0 0,0 0 0,-1 0 0,1 1 0,1-5 0,5-39 0,-6 38 0,2-46 0,-2-1 0,-2 1 0,-10-70 0,-44-154 0,43 240 0,12 37 0,0 0 0,0 0 0,0 0 0,0 0 0,0 0 0,0-1 0,0 1 0,0 0 0,0 0 0,0 0 0,0 0 0,0 0 0,0 0 0,0-1 0,0 1 0,0 0 0,0 0 0,0 0 0,0 0 0,-1 0 0,1 0 0,0 0 0,0-1 0,0 1 0,0 0 0,0 0 0,0 0 0,0 0 0,-1 0 0,1 0 0,0 0 0,0 0 0,0 0 0,0 0 0,0 0 0,0 0 0,-1 0 0,1 0 0,0 0 0,0 0 0,0 0 0,0 0 0,0 0 0,-1 0 0,1 0 0,0 0 0,0 0 0,0 0 0,0 0 0,0 0 0,0 0 0,-1 0 0,1 0 0,0 0 0,0 1 0,-3 19 0,0 93 0,13 115 0,-5-175 0,3 0 0,2-1 0,3 0 0,27 73 0,-35-112 0,1-1 0,1 0 0,-1 0 0,2-1 0,0 0 0,0 0 0,1 0 0,19 16 0,-22-21 0,1-1 0,0 0 0,0-1 0,0 1 0,0-1 0,1 0 0,-1-1 0,1 0 0,0 0 0,0-1 0,0 0 0,1 0 0,-1-1 0,0 0 0,12-1 0,-16 0-124,0 0 0,0-1 0,-1 0 0,1 0 0,0 0 0,0 0-1,-1-1 1,1 1 0,-1-1 0,5-3 0,10-8-6702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4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84 24575,'0'-9'0,"5"-4"0,6 2 0,6 1 0,-1-1 0,8 1 0,3 2 0,2 2 0,1 3 0,0 1 0,-1 1 0,-5 1-8191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6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 24575,'0'-1'0,"0"0"0,0 1 0,0-1 0,0 0 0,0 0 0,0 1 0,0-1 0,0 0 0,1 1 0,-1-1 0,0 0 0,1 1 0,-1-1 0,0 0 0,1 1 0,-1-1 0,1 1 0,-1-1 0,1 1 0,-1-1 0,1 1 0,-1-1 0,1 1 0,-1 0 0,1-1 0,0 1 0,-1-1 0,1 1 0,0 0 0,-1 0 0,1 0 0,0-1 0,-1 1 0,1 0 0,0 0 0,0 0 0,-1 0 0,1 0 0,0 0 0,-1 0 0,1 0 0,0 0 0,0 1 0,-1-1 0,1 0 0,0 0 0,-1 1 0,1-1 0,0 0 0,-1 1 0,2 0 0,2 1 0,1 0 0,0 0 0,-1 1 0,0-1 0,8 7 0,-1 4 0,0 0 0,-1 1 0,-1 1 0,0-1 0,-1 1 0,8 21 0,-6-14 0,25 38 0,-35-60 0,0 0 0,0 1 0,0-1 0,0 0 0,0 0 0,0 0 0,0 0 0,0 1 0,0-1 0,1 0 0,-1 0 0,0 0 0,0 0 0,0 0 0,0 0 0,0 0 0,1 0 0,-1 1 0,0-1 0,0 0 0,0 0 0,0 0 0,1 0 0,-1 0 0,0 0 0,0 0 0,0 0 0,0 0 0,1 0 0,-1 0 0,0 0 0,0 0 0,0 0 0,0 0 0,1 0 0,-1 0 0,0 0 0,0-1 0,0 1 0,0 0 0,0 0 0,1 0 0,-1 0 0,0 0 0,0 0 0,0 0 0,6-12 0,4-25 0,-7 23 0,-2 10 0,1 0 0,-1 0 0,1 1 0,0-1 0,0 1 0,0-1 0,0 1 0,1 0 0,-1 0 0,1 0 0,0 0 0,0 0 0,0 1 0,0-1 0,0 1 0,1 0 0,3-2 0,-4 3 0,-1 0 0,1 0 0,0 0 0,0 0 0,0 1 0,0-1 0,0 1 0,0 0 0,0 0 0,0 0 0,0 0 0,0 1 0,0-1 0,0 1 0,0-1 0,-1 1 0,1 0 0,0 0 0,0 1 0,-1-1 0,1 0 0,0 1 0,3 2 0,6 7 0,-1 0 0,1 1 0,-2 0 0,0 1 0,11 18 0,15 18 0,-35-49 0,-1 1 0,0-1 0,1 1 0,-1-1 0,0 1 0,1-1 0,-1 1 0,1-1 0,-1 1 0,1-1 0,-1 0 0,1 1 0,-1-1 0,1 0 0,-1 1 0,1-1 0,0 0 0,-1 0 0,1 1 0,-1-1 0,1 0 0,0 0 0,-1 0 0,1 0 0,-1 0 0,1 0 0,1 0 0,-1-1 0,-1 1 0,1-1 0,0 0 0,-1 1 0,1-1 0,0 0 0,-1 0 0,1 1 0,-1-1 0,1 0 0,-1 0 0,0 0 0,1 0 0,-1 0 0,0 0 0,1-1 0,5-46 0,-6 41 0,2-5 0,0 1 0,0 0 0,1 0 0,0 0 0,1 0 0,1 1 0,0-1 0,6-9 0,-9 16 0,0 1 0,0 0 0,1 0 0,-1 0 0,1 0 0,0 1 0,0-1 0,0 1 0,0 0 0,0-1 0,8-2 0,-9 4 0,1 0 0,-1 1 0,1-1 0,-1 1 0,1 0 0,-1 0 0,1 0 0,-1 0 0,1 0 0,0 0 0,-1 0 0,1 1 0,-1 0 0,1-1 0,-1 1 0,1 0 0,-1 0 0,0 0 0,4 3 0,-2-1 0,0 0 0,-1 0 0,1 0 0,-1 0 0,0 0 0,0 1 0,0 0 0,0-1 0,4 9 0,17 43 0,-11-21 0,57 126-1365,-57-133-5461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7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0 201 24575,'0'-13'-419,"1"24"310,3 68 577,1-58-461,1-1 0,0 1-1,2-1 1,0 0 0,2-1-1,0 0 1,1 0 0,24 30-1,-33-46-6,0 0 0,0-1 0,1 1 0,-1-1 0,1 0 0,0 1 0,-1-1 0,1 0 0,0-1 0,0 1 0,0 0 0,0-1 0,1 0 0,-1 0 0,0 0 0,0 0 0,1 0 0,-1-1 0,1 1 0,-1-1 0,1 0 0,-1 0 0,0 0 0,1-1 0,-1 1 0,7-2 0,-6 0 0,1 0 0,-1 0 0,0-1 0,0 1 0,0-1 0,0 0 0,0 0 0,-1 0 0,1-1 0,-1 1 0,0-1 0,0 0 0,0 1 0,-1-2 0,1 1 0,-1 0 0,0 0 0,3-9 0,0-3 0,-1-1 0,-1 0 0,0 1 0,-1-1 0,-1 0 0,-1-24 0,-16-104 0,10 103 0,4 26-341,-1 0 0,-1 1-1,-9-26 1,-1 11-6485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8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 24575,'0'-4'0,"4"-2"0,7 0 0,6 1 0,9 2 0,15 5 0,4 8 0,4 11 0,8 6 0,-1 4 0,-6-4 0,-7-1 0,-5-1 0,-6 0 0,-2 0 0,-7-3-8191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28.5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281 7 24575,'0'-5'0,"-4"4"0,-3 6 0,-3 11 0,-6 13 0,-4 11 0,-4 2 0,-2 5 0,-1 7 0,-1 0 0,4-6 0,7 0 0,1-5 0,-2-5 0,3-3 0,0-4 0,1-7-8191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36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364 36 24575,'2'-13'0,"-1"12"0,-1 1 0,0-1 0,1 0 0,-1 1 0,0-1 0,0 1 0,1-1 0,-1 1 0,0-1 0,0 1 0,0-1 0,0 0 0,0 1 0,0-1 0,0 1 0,0-1 0,0 0 0,0 1 0,0-1 0,0 1 0,0-1 0,-1 1 0,1-1 0,0 0 0,0 1 0,-1-1 0,1 1 0,0-1 0,-1 1 0,1-1 0,0 1 0,-1 0 0,1-1 0,-1 1 0,1-1 0,-1 1 0,1 0 0,-1-1 0,1 1 0,-1 0 0,1 0 0,-1-1 0,1 1 0,-1 0 0,0 0 0,1 0 0,-1 0 0,1 0 0,-1 0 0,1 0 0,-1 0 0,0 0 0,1 0 0,-2 0 0,-19 1 0,-1 1 0,0 1 0,1 1 0,0 1 0,-39 14 0,10-4 0,42-12 0,-5 0 0,1 1 0,0 0 0,0 1 0,-18 9 0,27-12 0,0 0 0,-1 1 0,1-1 0,1 1 0,-1-1 0,0 1 0,1 0 0,-1 0 0,1 1 0,0-1 0,0 0 0,0 1 0,0-1 0,1 1 0,-1 0 0,1-1 0,0 1 0,0 0 0,0 5 0,-2 32 0,2 0 0,2 0 0,6 43 0,-7-82 0,0 0 0,0 0 0,0 1 0,1-1 0,-1 0 0,0 0 0,1 0 0,0 0 0,0 0 0,-1 0 0,1 0 0,0 0 0,1 0 0,-1-1 0,0 1 0,0 0 0,4 2 0,-4-4 0,0 1 0,1-1 0,-1 0 0,1 0 0,-1 0 0,1 0 0,-1 0 0,1 0 0,-1 0 0,0-1 0,1 1 0,-1 0 0,1-1 0,-1 1 0,0-1 0,1 1 0,-1-1 0,0 0 0,0 0 0,1 0 0,-1 1 0,0-1 0,0 0 0,0 0 0,0-1 0,0 1 0,1-2 0,29-29 0,-20 18 0,1 2 0,0 0 0,1 0 0,0 1 0,15-9 0,-24 17 0,0 1 0,0 1 0,-1-1 0,1 0 0,0 1 0,0 0 0,0 0 0,1 0 0,-1 0 0,0 1 0,0 0 0,0-1 0,1 2 0,-1-1 0,0 0 0,0 1 0,0 0 0,0 0 0,0 0 0,0 0 0,0 1 0,0-1 0,0 1 0,0 0 0,6 5 0,-5-3 0,1 0 0,-1 0 0,0 0 0,0 1 0,-1-1 0,1 1 0,-1 1 0,0-1 0,-1 0 0,1 1 0,-1 0 0,0 0 0,0 0 0,-1 0 0,0 0 0,2 7 0,-3-8 0,-1 1 0,0-1 0,0 0 0,0 0 0,0 0 0,-1 1 0,0-1 0,0 0 0,0 0 0,-1 0 0,1 0 0,-1 0 0,0-1 0,-1 1 0,1 0 0,-1-1 0,0 0 0,0 1 0,-1-1 0,-5 6 0,-2 1-124,0-1 0,0 0 0,-1 0 0,0-1 0,0-1 0,-1 0-1,0-1 1,-1 0 0,0-1 0,-23 8 0,18-10-6702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37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24575,'0'4'0,"0"7"0,0 5 0,0 11 0,0 13 0,0 10 0,0 5 0,0 3 0,0-4 0,0-6 0,0-7 0,4-11 0,7-9 0,10-14 0,2-8-8191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38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59 24575,'0'-1'0,"0"0"0,1 0 0,-1 0 0,0 0 0,1 0 0,-1 1 0,1-1 0,-1 0 0,1 0 0,-1 0 0,1 1 0,-1-1 0,1 0 0,0 1 0,-1-1 0,1 0 0,0 1 0,0-1 0,0 1 0,-1-1 0,1 1 0,0 0 0,1-1 0,27-8 0,-18 5 0,19-4 0,0 1 0,1 2 0,-1 1 0,1 1 0,0 2 0,61 4 0,-84-2 0,0-1 0,1 2 0,-1-1 0,0 1 0,0 0 0,0 1 0,0 0 0,-1 0 0,13 8 0,-16-8 0,0-1 0,-1 1 0,1 0 0,-1 0 0,0 1 0,0-1 0,0 1 0,-1-1 0,1 1 0,-1 0 0,0 0 0,0 0 0,0 0 0,0 0 0,-1 1 0,0-1 0,0 0 0,0 1 0,0 6 0,0 0 0,0 1 0,-1-1 0,0 1 0,-1 0 0,-1-1 0,-2 15 0,2-20 0,0 0 0,-1-1 0,1 1 0,-1 0 0,0-1 0,-1 1 0,1-1 0,-1 0 0,0 0 0,0 0 0,-1-1 0,-8 8 0,-49 33 0,34-26 0,-44 40 0,71-58 0,0-1 0,0 1 0,0 0 0,1-1 0,-1 1 0,0 0 0,1 0 0,-1 0 0,0-1 0,1 1 0,-1 0 0,1 0 0,0 0 0,-1 0 0,1 0 0,0 0 0,-1 0 0,1 0 0,0 0 0,0 0 0,0 0 0,0 0 0,0 0 0,0 0 0,0 0 0,0 0 0,0 0 0,0 0 0,1 0 0,0 1 0,0 0 0,1 0 0,-1 0 0,1-1 0,0 1 0,-1-1 0,1 0 0,0 1 0,0-1 0,0 0 0,0 0 0,0 0 0,1-1 0,1 2 0,10 1 0,0 1 0,-1-2 0,20 2 0,208-2-109,-165-4-1147,-51 2-5570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39.0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362 1 24575,'-2'3'0,"0"1"0,0-1 0,0 1 0,0 0 0,0 0 0,1-1 0,-1 1 0,1 0 0,0 0 0,1 0 0,-1 5 0,-4 13 0,-125 345 0,29-93 0,23-4 0,68-223 0,2 1 0,2 0 0,1 88 0,5-135-23,-1 2-66,1 0-1,0 0 1,0 0-1,1 0 1,-1 0-1,1 0 1,0 0-1,-1 0 1,1 0-1,0 0 1,1 0-1,-1 0 1,0 0-1,3 2 1,10 6-6737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0.8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29 24575,'-5'-24'0,"5"24"0,0-1 0,0 1 0,-1 0 0,1-1 0,0 1 0,0 0 0,-1 0 0,1-1 0,0 1 0,-1 0 0,1 0 0,0-1 0,-1 1 0,1 0 0,0 0 0,-1 0 0,1 0 0,0-1 0,-1 1 0,1 0 0,-1 0 0,1 0 0,0 0 0,-1 0 0,1 0 0,-1 0 0,1 0 0,0 0 0,-1 0 0,-2 2 0,1-1 0,0 0 0,0 0 0,0 1 0,0-1 0,1 1 0,-1 0 0,0-1 0,1 1 0,-1 0 0,1 0 0,-1 0 0,1 0 0,-1 3 0,-3 3 0,0 1 0,1 0 0,0 0 0,1 0 0,0 0 0,0 0 0,1 1 0,-2 11 0,4-17 0,0 0 0,1 0 0,-1 0 0,1 0 0,-1 0 0,1 0 0,0 0 0,1 0 0,-1 0 0,1 0 0,0-1 0,0 1 0,0-1 0,0 1 0,0-1 0,1 0 0,-1 0 0,1 0 0,0 0 0,0-1 0,0 1 0,6 3 0,17 10 0,52 25 0,12 7 0,-63-32 0,-10-6 0,1 1 0,26 23 0,-40-30 0,0 0 0,0 0 0,0 0 0,-1 0 0,0 1 0,0-1 0,0 1 0,0 0 0,-1 0 0,0 0 0,0 0 0,0 0 0,-1 1 0,1-1 0,0 7 0,-2-9 0,0-1 0,0 1 0,0-1 0,0 1 0,0 0 0,-1-1 0,1 1 0,-1-1 0,0 1 0,0-1 0,0 1 0,0-1 0,0 1 0,0-1 0,-1 0 0,1 0 0,-1 0 0,-2 3 0,1-2 0,-1 1 0,0-2 0,0 1 0,0 0 0,0-1 0,-1 0 0,1 0 0,-1 0 0,-6 2 0,-6 0 0,0-1 0,0 0 0,0-1 0,-26-1 0,24-1 0,5 0 0,0 0 0,0 0 0,0-2 0,-18-3 0,29 5 0,0-1 0,0 0 0,0 0 0,0-1 0,0 1 0,0 0 0,0-1 0,1 0 0,-1 0 0,0 0 0,1 0 0,0 0 0,-1 0 0,1 0 0,0-1 0,0 1 0,0-1 0,0 0 0,1 0 0,-1 1 0,1-1 0,0 0 0,-1 0 0,1-4 0,-1 0 0,1 0 0,0 0 0,0 0 0,1 0 0,0 0 0,0 0 0,0 0 0,1 0 0,0 0 0,1 0 0,0 1 0,0-1 0,5-12 0,2 1 0,2 1 0,0 0 0,18-22 0,10-15 0,-36 50-105,-1 0 0,1 0 0,-1 0 0,0 0 0,-1-1 0,1 1 0,-1-1 0,1 1 0,-1-1 0,-1 1 0,1-1 0,-1-8 0,-2-4-6721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1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 24575,'0'-4'0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2.0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53 24575,'4'-5'0,"7"-1"0,6 0 0,5 1 0,7 2 0,4 1 0,6 1 0,0 0 0,-5-3 0,-5-2 0,-3 0 0,0 2 0,-6 1-8191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2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24575,'0'5'0,"5"1"0,6 0 0,5-1 0,6-2 0,12-1 0,10-1 0,6 0 0,0-1 0,-4-1 0,-10 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3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1 24575,'-4'11'0,"-1"-1"0,0 1 0,0-1 0,-10 13 0,0 2 0,-23 40 0,-51 127 0,80-169 0,-1 1 0,2 0 0,-6 26 0,13-43 0,0-1 0,0 1 0,0-1 0,1 1 0,0 0 0,0 0 0,1-1 0,-1 1 0,2 0 0,-1-1 0,1 1 0,4 10 0,-4-13 0,1 0 0,0 0 0,0-1 0,0 1 0,1-1 0,-1 1 0,1-1 0,0 0 0,0 0 0,0-1 0,0 1 0,0-1 0,1 0 0,-1 0 0,9 2 0,-2-1 0,1 0 0,-1 0 0,1-1 0,-1-1 0,17 0 0,-24-1 0,0-1 0,0 0 0,0 0 0,0-1 0,0 1 0,-1-1 0,1 0 0,0 0 0,-1 0 0,0 0 0,1 0 0,-1-1 0,0 0 0,0 1 0,0-1 0,-1-1 0,1 1 0,-1 0 0,1 0 0,-1-1 0,0 0 0,-1 1 0,1-1 0,-1 0 0,1 0 0,0-6 0,-1 7 0,0 0 0,0 1 0,0-1 0,-1 0 0,1 0 0,-1 0 0,0 1 0,0-1 0,0 0 0,0 0 0,0 0 0,-1 0 0,1 1 0,-1-1 0,0 0 0,0 0 0,0 1 0,0-1 0,0 0 0,-1 1 0,1-1 0,-1 1 0,1 0 0,-1 0 0,0-1 0,0 1 0,0 0 0,0 1 0,0-1 0,-1 0 0,1 0 0,-1 1 0,1 0 0,-1-1 0,1 1 0,-1 0 0,-5-1 0,-9-1-157,0 2 1,0 0-1,-30 2 0,36 0-581,-14 0-6088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4.7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183 0 24575,'-1'25'0,"-1"0"0,-1 0 0,-1 0 0,-1-1 0,-13 36 0,-54 114 0,9-27 0,63-146 0,-3 6 0,0 1 0,1-1 0,0 0 0,0 1 0,0 11 0,2-17 0,0 0 0,0-1 0,0 1 0,0 0 0,1-1 0,-1 1 0,0 0 0,1-1 0,0 1 0,-1-1 0,1 1 0,0-1 0,0 1 0,0-1 0,0 1 0,0-1 0,0 0 0,0 0 0,0 1 0,0-1 0,1 0 0,-1 0 0,1 0 0,-1 0 0,0 0 0,1-1 0,0 1 0,-1 0 0,1-1 0,2 1 0,9 1 0,0 0 0,-1-2 0,1 1 0,0-2 0,0 0 0,-1 0 0,1-1 0,-1-1 0,17-5 0,33-4 0,-4 7-67,92 3 0,-89 3-1164,-34-1-5595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5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13 24575,'-4'-5'0,"-7"-1"0,-1 5 0,1 7 0,3 7 0,3 11 0,2 6 0,-3-3 0,-1 0 0,1 4 0,2 1 0,1 0 0,2 0 0,0-2 0,1-1 0,0-5-8191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6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1 198 24575,'3'-3'0,"0"0"0,0 1 0,0 0 0,1-1 0,-1 1 0,1 1 0,0-1 0,-1 0 0,1 1 0,0 0 0,0 0 0,0 0 0,0 0 0,0 1 0,0 0 0,0-1 0,0 1 0,0 1 0,0-1 0,0 1 0,0-1 0,0 1 0,0 0 0,6 3 0,-1 0 0,1 0 0,-1 0 0,-1 1 0,1 0 0,-1 1 0,0 0 0,0 0 0,12 13 0,-1 2 0,-2 0 0,0 2 0,-2 0 0,0 0 0,-2 2 0,0-1 0,14 44 0,-61-166 0,30 83 0,-8-26 0,2-1 0,2 1 0,2-2 0,-1-53 0,7 93 0,0-1 0,0 0 0,0 1 0,1-1 0,-1 0 0,1 1 0,0-1 0,0 0 0,0 1 0,1-1 0,-1 1 0,1 0 0,0-1 0,0 1 0,0 0 0,0 0 0,0 0 0,1 0 0,4-4 0,-2 4 0,0 1 0,1-1 0,-1 1 0,0 0 0,1 1 0,-1-1 0,1 1 0,-1 0 0,1 0 0,-1 1 0,1 0 0,7 0 0,13 1-1365,-2 0-5461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7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93 24575,'1'1'0,"-1"-1"0,1 0 0,0 0 0,-1 0 0,1 0 0,-1 0 0,1 1 0,-1-1 0,1 0 0,-1 1 0,1-1 0,-1 0 0,1 1 0,-1-1 0,1 1 0,-1-1 0,1 0 0,-1 1 0,1-1 0,-1 1 0,0-1 0,0 1 0,1 0 0,-1-1 0,0 1 0,0-1 0,1 1 0,-1-1 0,0 1 0,0 0 0,0-1 0,0 1 0,0 0 0,0-1 0,0 1 0,0-1 0,0 1 0,0 0 0,0-1 0,-1 1 0,1-1 0,0 2 0,-10 27 0,-4-6 0,-2-2 0,0 0 0,-2 0 0,0-2 0,-29 25 0,-14 15 0,53-51 0,1 0 0,0 0 0,1 1 0,0 0 0,0 0 0,-8 19 0,13-25 0,0-1 0,0 1 0,0 0 0,1 0 0,-1-1 0,1 1 0,0 0 0,-1 0 0,1 0 0,0-1 0,1 1 0,-1 0 0,0 0 0,1 0 0,-1-1 0,1 1 0,0 0 0,0-1 0,0 1 0,1 0 0,-1-1 0,0 0 0,1 1 0,0-1 0,-1 0 0,1 0 0,0 1 0,0-2 0,0 1 0,1 0 0,2 2 0,3 0 0,-1 0 0,1-1 0,0 0 0,0 0 0,0-1 0,0 0 0,0-1 0,0 1 0,1-2 0,13 1 0,-11-1 0,0 0 0,1-1 0,-1 0 0,0-1 0,0-1 0,0 1 0,15-7 0,-22 6 0,0 1 0,-1 0 0,0-1 0,1 1 0,-1-1 0,0 0 0,0 0 0,0-1 0,-1 1 0,1 0 0,-1-1 0,0 0 0,0 1 0,0-1 0,0 0 0,1-6 0,2-8 0,-1 0 0,4-28 0,-5 22 0,8-36 0,-4 0 0,0-94 0,-7 150 0,0 1 0,0-1 0,-1 0 0,1 1 0,-1-1 0,0 0 0,0 1 0,0-1 0,0 1 0,-1-1 0,0 1 0,1-1 0,-1 1 0,0 0 0,-3-3 0,2 4 0,0 0 0,1-1 0,-1 2 0,0-1 0,0 0 0,0 1 0,-1-1 0,1 1 0,0 0 0,0 0 0,-1 0 0,1 1 0,-1-1 0,1 1 0,-1 0 0,-4 0 0,-18 1-1365,2 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8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81 24575,'-1'78'0,"3"86"0,-2-158 0,1-1 0,0 1 0,1-1 0,-1 1 0,1-1 0,0 0 0,0 0 0,1 1 0,-1-2 0,1 1 0,0 0 0,1 0 0,-1-1 0,1 0 0,0 0 0,0 0 0,7 5 0,-9-7 0,1 0 0,0 0 0,0-1 0,0 0 0,-1 1 0,1-1 0,1 0 0,-1 0 0,0-1 0,0 1 0,0-1 0,0 1 0,0-1 0,1 0 0,-1 0 0,0-1 0,0 1 0,0-1 0,0 1 0,0-1 0,1 0 0,-1 0 0,-1 0 0,1-1 0,0 1 0,0-1 0,0 1 0,-1-1 0,1 0 0,-1 0 0,5-4 0,-3 1 0,-1 0 0,1 1 0,-1-1 0,1 0 0,-1-1 0,2-5 0,-3 6 0,1 0 0,-1 1 0,1-1 0,0 0 0,1 1 0,-1-1 0,5-3 0,-8 8 0,1-1 0,0 0 0,0 1 0,-1-1 0,1 1 0,0 0 0,0-1 0,0 1 0,0 0 0,-1-1 0,1 1 0,0 0 0,0 0 0,0 0 0,0 0 0,0 0 0,0 0 0,0 0 0,0 0 0,0 0 0,-1 0 0,1 0 0,0 0 0,0 1 0,0-1 0,0 0 0,0 1 0,-1-1 0,1 1 0,0-1 0,0 1 0,-1-1 0,1 1 0,1 1 0,22 29 0,-15-18 0,-5-9 0,8 13 0,2 0 0,28 25 0,-38-39 0,0 1 0,0-1 0,0 0 0,0-1 0,0 1 0,1-1 0,-1 0 0,1 0 0,0 0 0,0 0 0,0-1 0,-1 0 0,1 0 0,0 0 0,1-1 0,-1 1 0,9-2 0,-11 0 0,0 0 0,1 0 0,-1 0 0,0-1 0,0 1 0,0-1 0,0 1 0,-1-1 0,1 0 0,0-1 0,-1 1 0,1 0 0,-1-1 0,0 1 0,0-1 0,0 0 0,0 1 0,0-1 0,-1 0 0,1 0 0,-1 0 0,0 0 0,0-1 0,0 1 0,0 0 0,0-1 0,-1-3 0,3-13 0,-1-1 0,-1 1 0,-2-29 0,0 30 0,1 6 0,-1 0 0,0 0 0,-1 0 0,-1 0 0,0 1 0,-1-1 0,0 1 0,0 0 0,-2 0 0,1 1 0,-2-1 0,1 1 0,-2 0 0,1 1 0,-14-14 0,-28-31-1365,30 31-5461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8:49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351 17 24575,'0'0'0,"0"0"0,1 0 0,-1 0 0,0 0 0,0 0 0,1 0 0,-1 1 0,0-1 0,0 0 0,0 0 0,1 0 0,-1 0 0,0 0 0,0 0 0,1 0 0,-1 0 0,0 0 0,0 0 0,1 0 0,-1-1 0,0 1 0,0 0 0,0 0 0,1 0 0,-1 0 0,0 0 0,0 0 0,0 0 0,1-1 0,-1 1 0,0 0 0,0 0 0,0 0 0,0 0 0,1-1 0,-1 1 0,0 0 0,0 0 0,0 0 0,0-1 0,0 1 0,0 0 0,0 0 0,0-1 0,0 1 0,0 0 0,0 0 0,0 0 0,0-1 0,0 1 0,0 0 0,0 0 0,0-1 0,0 1 0,0 0 0,0 0 0,0-1 0,0 1 0,0 0 0,-14-9 0,7 8 0,-1 1 0,0 0 0,1 1 0,-1-1 0,1 1 0,-1 1 0,1-1 0,-12 5 0,-58 25 0,49-16 0,-48 34 0,40-25 0,32-21 0,0 0 0,-1 0 0,1 1 0,0-1 0,1 1 0,-1 0 0,1 0 0,-1 0 0,1 1 0,-4 7 0,7-11 0,-1 1 0,0 0 0,1 0 0,-1-1 0,1 1 0,0 0 0,0 0 0,0 0 0,0 0 0,0 0 0,0-1 0,0 1 0,0 0 0,1 0 0,-1 0 0,1-1 0,-1 1 0,1 0 0,0 0 0,0-1 0,-1 1 0,1-1 0,1 1 0,-1-1 0,0 1 0,0-1 0,0 1 0,1-1 0,-1 0 0,1 0 0,-1 0 0,4 2 0,44 28 0,-30-20 0,-1 2 0,34 27 0,-26-18 0,-21-18 0,1 0 0,-1 1 0,0 0 0,0 0 0,0 0 0,-1 0 0,0 1 0,6 10 0,-6-8 0,0 0 0,-1 0 0,1 0 0,-2 0 0,1 1 0,-2-1 0,1 1 0,0 13 0,-2-18 0,0 0 0,-1-1 0,1 1 0,-1 0 0,0-1 0,0 1 0,-1-1 0,1 1 0,-1-1 0,1 1 0,-1-1 0,0 0 0,-1 0 0,1 0 0,0 0 0,-1 0 0,0-1 0,1 1 0,-1-1 0,0 1 0,0-1 0,-5 2 0,-1 1 19,0-1 0,0 0 0,-1-1 0,0 1 0,0-2 0,-11 2 0,-38 13-1517,35-6-5328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00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24575,'0'-5'0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24490,'0'888'0,"3991"-888"0,-3991-888 0,-3991 888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24575,'0'-5'0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24575,'1'0'0,"0"1"0,1-1 0,-1 1 0,0-1 0,0 1 0,0 0 0,0 0 0,0-1 0,0 1 0,0 0 0,0 0 0,0 0 0,0 0 0,0 0 0,-1 0 0,1 0 0,0 0 0,-1 0 0,1 1 0,-1-1 0,1 0 0,-1 0 0,0 1 0,1-1 0,-1 0 0,0 0 0,0 3 0,5 41 0,-4-40 0,1 366 0,-4-190 0,2 1730 0,1-1890 0,1-1 0,9 37 0,-6-35 0,-1 0 0,1 26 0,-6 56 0,2 39 0,-1-140 0,0 1 0,1-1 0,-1 0 0,1 1 0,0-1 0,0 0 0,0 0 0,0 1 0,1-1 0,-1 0 0,1 0 0,0-1 0,0 1 0,0 0 0,0-1 0,0 1 0,1-1 0,-1 1 0,1-1 0,-1 0 0,1 0 0,0 0 0,0-1 0,6 4 0,3-1 0,0-1 0,1 0 0,-1 0 0,1-1 0,16 0 0,-3 0 0,290 16 0,87 11 0,-271-10 0,128 25 0,-183-31 0,123 6 0,-29-4 0,-62 0-1365,-68-10-5461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2333 0 24575,'3'1'0,"-1"-1"0,1 0 0,0 1 0,0 0 0,-1 0 0,1 0 0,-1 0 0,1 0 0,-1 0 0,1 1 0,-1-1 0,0 1 0,1 0 0,-1-1 0,0 1 0,0 0 0,-1 0 0,1 1 0,0-1 0,0 0 0,-1 0 0,0 1 0,1-1 0,-1 1 0,0-1 0,0 1 0,1 4 0,2 9 0,0 0 0,-1 0 0,2 23 0,-4-32 0,50 467 0,-22-140 0,-16-111 0,1-4 0,-13-203 0,35 356 0,-25-280 0,41 167 0,-36-175 0,-3-1 0,4 157 0,-15-185 0,-3 0 0,-2 0 0,-12 60 0,11-85 0,1 0 0,1 41 0,-1 10 0,2-76 0,0 1 0,0-1 0,0 0 0,-1 0 0,0 0 0,0 0 0,0 0 0,-1 0 0,1 0 0,-1-1 0,0 0 0,0 1 0,-1-1 0,0 0 0,1 0 0,-1-1 0,0 1 0,-1-1 0,1 0 0,-1 0 0,1 0 0,-1-1 0,0 0 0,-10 4 0,-10 2 0,0-2 0,0 0 0,-50 4 0,46-6 0,-584 49 0,380-36 0,-445-6 0,420-13 0,95 3 0,-181-3 0,303-2-1365,6-2-5461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0 273 24575,'5'-1'0,"0"1"0,0-2 0,0 1 0,0 0 0,-1-1 0,9-4 0,10-3 0,49-8 0,76-9 0,-66 14 0,405-39 0,6 42 0,1620 9 0,-2058-2 0,69-13 0,-45 4 0,83-17 0,-65 8 0,9-3 0,192-10-1365,-259 29-5461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24575,'-4'4'0,"-2"7"0,0 2-8191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24575,'5'4'0,"1"7"0,0 1-8191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24575,'0'5'0,"0"6"0,0 1-8191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24575,'0'5'0,"0"5"0,5 2 0,6-1 0,1-3-8191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24575,'19'-3'0,"-1"-1"0,0 0 0,35-13 0,10-2 0,308-50 0,-295 57 0,6 3 0,0 4 0,104 7 0,-51 1 0,41-5 0,186 5 0,-204 10 0,52 1 0,62 1 0,-123-4 0,220 26 0,-234-20 0,-46-6 0,-28-2 0,66 1 0,269-11 0,-376-1 0,0 0 0,-1 0 0,20-7 0,-18 4 0,0 1 0,29-1 0,-29 4 0,11 1 0,0-2 0,58-11 0,-68 8-1365,-2 2-5461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24575,'0'-5'0,"0"3"0,0 12 0,0 13 0,0 7 0,0 3 0,0 1 0,0-1 0,0-1 0,0-2 0,0-1 0,0 0 0,0-2 0,0 0 0,0-5-8191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50 24575,'-1'1'0,"1"-1"0,0 0 0,-1 0 0,1 0 0,-1 0 0,1 0 0,0 0 0,-1 0 0,1 0 0,0 0 0,-1 0 0,1 0 0,0 0 0,-1 0 0,1-1 0,-1 1 0,1 0 0,0 0 0,0 0 0,-1 0 0,1-1 0,0 1 0,-1 0 0,1 0 0,0-1 0,-1 1 0,1 0 0,0 0 0,0-1 0,0 1 0,-1 0 0,1-1 0,0 1 0,0 0 0,0-1 0,0 1 0,0 0 0,-1-1 0,1 1 0,0 0 0,0-1 0,0 1 0,0-1 0,0 1 0,0 0 0,0-1 0,0 1 0,0 0 0,1-1 0,-1 1 0,0 0 0,0-1 0,0 1 0,0 0 0,0-1 0,1 1 0,-1 0 0,0-1 0,0 1 0,1-1 0,16-17 0,-12 15 0,-1 1 0,1-1 0,-1 1 0,1 1 0,0-1 0,0 1 0,0 0 0,0 0 0,0 0 0,0 0 0,0 1 0,0 0 0,1 0 0,-1 1 0,0-1 0,0 1 0,0 0 0,0 0 0,8 4 0,-10-4 0,0 1 0,0-1 0,0 1 0,0 0 0,-1 0 0,1 0 0,-1 1 0,1-1 0,-1 1 0,1-1 0,-1 1 0,0 0 0,0 0 0,-1-1 0,1 1 0,-1 1 0,1-1 0,-1 0 0,0 0 0,0 0 0,0 1 0,-1-1 0,1 1 0,-1-1 0,0 0 0,0 1 0,0-1 0,0 1 0,0-1 0,-2 5 0,-1 5 0,-1 0 0,-1 0 0,0-1 0,-1 0 0,0 0 0,-1 0 0,-1 0 0,-13 15 0,13-16 0,0-1 0,1 1 0,0 0 0,0 1 0,1 0 0,1 0 0,0 0 0,-5 22 0,9-32 4,1 0-1,0 0 1,-1 0-1,1 0 0,0-1 1,0 1-1,1 0 1,-1 0-1,0 0 0,0 0 1,1-1-1,-1 1 1,1 0-1,0 0 1,0-1-1,-1 1 0,1 0 1,0-1-1,0 1 1,1-1-1,-1 1 1,0-1-1,0 0 0,1 1 1,-1-1-1,1 0 1,-1 0-1,1 0 0,-1 0 1,1 0-1,0 0 1,-1-1-1,1 1 1,2 0-1,4 1-251,1 0 1,0 0-1,0-1 1,0 0-1,14-1 1,2-1-6579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24575,'-2'0'0,"1"1"0,-1 0 0,0-1 0,0 1 0,0 0 0,1 0 0,-1 0 0,0 0 0,1 0 0,-1 1 0,1-1 0,-1 0 0,1 1 0,0-1 0,-1 1 0,1 0 0,0-1 0,0 1 0,0 0 0,0-1 0,1 1 0,-2 3 0,-14 42 0,14-36 0,0 1 0,0-1 0,1 1 0,0-1 0,1 1 0,0-1 0,1 1 0,1-1 0,-1 1 0,2-1 0,0 0 0,0 0 0,1 0 0,0 0 0,1 0 0,0-1 0,1 0 0,8 12 0,-3-6 0,1-1 0,0 0 0,1 0 0,1-2 0,20 17 0,-25-23 0,0 0 0,0-1 0,0-1 0,1 0 0,0 0 0,0 0 0,1-2 0,-1 1 0,1-1 0,19 3 0,-28-6 0,0 0 0,0 1 0,-1-1 0,1 0 0,0 0 0,0 0 0,0-1 0,0 1 0,-1 0 0,1-1 0,0 1 0,0-1 0,-1 0 0,1 1 0,2-3 0,-3 3 0,-1-1 0,1 1 0,-1-1 0,1 0 0,-1 1 0,0-1 0,1 0 0,-1 1 0,0-1 0,1 0 0,-1 0 0,0 0 0,0 1 0,0-1 0,0 0 0,1 0 0,-1 1 0,0-1 0,-1 0 0,1 0 0,0 0 0,0 1 0,0-1 0,-1-1 0,0-3 0,-1 1 0,-1-1 0,1 1 0,-1 0 0,0-1 0,1 1 0,-2 0 0,1 1 0,-6-6 0,2 2 24,0 1 0,0 1 0,-1-1 0,-10-5 0,15 10-130,-1-1 0,1 1 0,0 0 0,-1 0 0,1 0 0,-1 0-1,1 0 1,-1 1 0,0 0 0,1-1 0,-1 1 0,1 1 0,-8 0 0,-8 5-6720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24575,'1'0'0,"0"1"0,0-1 0,1 1 0,-1-1 0,0 1 0,0 0 0,0-1 0,0 1 0,0 0 0,0 0 0,0 0 0,0 0 0,0 0 0,0 0 0,0 0 0,-1 0 0,1 0 0,0 0 0,-1 0 0,1 0 0,-1 1 0,1-1 0,-1 0 0,0 0 0,0 1 0,1-1 0,-1 3 0,5 41 0,-4-40 0,-2 36 0,0-29 0,1 0 0,0 0 0,1 1 0,4 18 0,-5-28 0,1-1 0,0 1 0,0-1 0,0 1 0,0-1 0,0 0 0,0 1 0,1-1 0,-1 0 0,1 0 0,0 0 0,0 0 0,0 0 0,-1 0 0,2 0 0,-1-1 0,0 1 0,0-1 0,0 1 0,1-1 0,-1 0 0,1 0 0,-1 0 0,1 0 0,4 0 0,8 1-100,0-1-1,1-1 1,-1 0-1,0-2 1,0 1-1,0-2 1,0 0-1,17-6 1,-22 7-361,15-4-6365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24575,'0'-5'0,"0"3"0,0 12 0,0 8 0,0 6 0,0 3 0,0 2 0,0 1 0,4 0 0,3-1 0,4-1 0,0 0 0,-2 0 0,-2 0 0,-3-5-8191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24575,'-3'3'0,"1"0"0,0 0 0,0 0 0,0 1 0,0-1 0,0 1 0,1-1 0,-1 1 0,1 0 0,0-1 0,-1 8 0,-2 46 0,3-43 0,9 300 0,25-1 0,10 223 0,-45 744 0,-3-1191 0,-3-1 0,-35 147 0,16-104 0,9-40 0,5-36 0,4 0 0,1 0 0,0 57 0,8-48 0,3 87 0,-3-149 0,1 0 0,-1 0 0,0 0 0,1 0 0,-1 0 0,1 0 0,-1 0 0,1 0 0,0 0 0,0 0 0,0 0 0,2 2 0,-3-4 0,0 0 0,0 0 0,0 0 0,0 0 0,1 0 0,-1 1 0,0-1 0,0 0 0,0 0 0,0 0 0,1 0 0,-1 0 0,0 0 0,0 0 0,0 0 0,0 0 0,1 0 0,-1 0 0,0 0 0,0-1 0,0 1 0,0 0 0,1 0 0,-1 0 0,0 0 0,0 0 0,0 0 0,0 0 0,0 0 0,1 0 0,-1-1 0,0 1 0,0 0 0,0 0 0,0 0 0,0 0 0,0 0 0,0-1 0,0 1 0,1 0 0,-1 0 0,0 0 0,0-1 0,5-19 0,5-89-1365,-3 42-5461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24575,'3'-4'0,"4"11"0,5 13 0,15 49 0,-4 0 0,-2 2 0,17 105 0,-1 224 0,-13-58 0,0 38 0,-10-84-2460,2 134-1864,-15-318 5116,1-24 1205,-3 0 1,-23 150-1,-46 68-1997,62-271 0,2 5 0,1 0 0,2 0 0,1 0 0,6 51 0,-1 1 0,-5 19 0,4 111 0,14-142-1365,-11-56-5461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24575,'-3'3'0,"1"1"0,0 0 0,0 0 0,0 1 0,0-1 0,0 0 0,1 1 0,0-1 0,0 1 0,0-1 0,0 1 0,1 0 0,0-1 0,0 7 0,-1 4 0,-1 75 0,3-1 0,19 124 0,-3-29 0,12 158 0,4 61 0,-30-71 0,-1-39 0,11-122 0,1 48 0,-13 420 0,-2-301 0,2-307 0,2-1 0,7 33 0,-4-31 0,3 48 0,-7-56-273,1 1 0,1-1 0,1 0 0,15 41 0,-12-42-6553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24575,'0'-4'0,"4"-2"0,3-5 0,3 0 0,5 2 0,1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24575,'19'41'0,"-5"-16"0,10 37 0,-2 0 0,-4 2 0,18 102 0,-5-20 0,-16-67 0,6 82 0,-1-2 0,-5-45 0,0 123 0,-16 118 0,-2-131 0,3 1733-1365,0-1934-5461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24575,'5'0'0,"1"5"0,4 6 0,1 11 0,3 5 0,4 4 0,3 1 0,-2 4 0,-3 1 0,-1-2 0,-3-2 0,2-1 0,-2-7-8191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24575,'88'-1'0,"98"3"0,-183-2 0,-1 1 0,1-1 0,0 1 0,0 0 0,-1 0 0,1 0 0,-1 0 0,1 1 0,-1-1 0,1 1 0,-1-1 0,0 1 0,0 0 0,1 0 0,-1 0 0,-1 0 0,1 0 0,0 0 0,0 1 0,-1-1 0,0 1 0,1-1 0,-1 1 0,0-1 0,0 1 0,0 0 0,-1-1 0,1 1 0,0 0 0,-1 3 0,2 11 0,0 1 0,-2 0 0,-2 31 0,0-24 0,-2 115-1365,4-116-5461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24575,'0'-4'0,"0"-7"0,5-1 0,6 1 0,5 3 0,5 3 0,4 2 0,2 1 0,1 2 0,1 0 0,-1 0 0,-4 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24575,'-24'106'0,"14"-55"0,7-42 0,0 0 0,2 0 0,-1 0 0,1 0 0,0 1 0,1-1 0,1 12 0,-1-19 0,1 0 0,0 0 0,0 0 0,-1 0 0,1 0 0,1 0 0,-1-1 0,0 1 0,0 0 0,1-1 0,-1 1 0,1-1 0,-1 1 0,1-1 0,-1 0 0,1 0 0,0 0 0,0 0 0,0 0 0,-1 0 0,1 0 0,0-1 0,0 1 0,0 0 0,0-1 0,4 1 0,6 0 0,0 0 0,1 0 0,16-3 0,-16 2 0,128-5-1365,-118 5-5461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24575,'-5'0'0,"-1"9"0,0 8 0,2 10 0,0 6 0,2 10 0,1 8 0,1 4 0,0 7 0,0 2 0,0-5 0,0-9 0,1-7 0,-1-7 0,0-4 0,0-4 0,0-6-8191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20 137 24575,'-2'-2'0,"1"1"0,-1-1 0,1 1 0,-1-1 0,1 0 0,-1 0 0,1 0 0,0 0 0,0 0 0,0 0 0,0 0 0,0 0 0,1 0 0,-1 0 0,1-1 0,-1 1 0,1 0 0,0 0 0,0-1 0,0 1 0,0-4 0,1 3 0,0 0 0,0-1 0,0 1 0,1 0 0,-1 0 0,1 0 0,0 0 0,0 0 0,0 0 0,0 1 0,1-1 0,4-4 0,-1 2 0,0 0 0,1 0 0,0 1 0,0 0 0,0 0 0,0 1 0,0-1 0,1 1 0,0 1 0,-1 0 0,13-2 0,-16 4 0,1-1 0,-1 2 0,1-1 0,-1 0 0,0 1 0,1 0 0,-1 0 0,0 0 0,1 1 0,-1 0 0,0-1 0,0 1 0,0 1 0,0-1 0,-1 0 0,1 1 0,-1 0 0,1 0 0,-1 0 0,0 0 0,0 1 0,0-1 0,-1 1 0,1 0 0,1 4 0,-1-4 0,-1 1 0,0 0 0,0 0 0,-1 0 0,0 0 0,0 0 0,0 0 0,0 0 0,-1 0 0,0 1 0,0-1 0,0 0 0,-1 0 0,1 0 0,-1 0 0,-1 0 0,1 0 0,-1 0 0,0 0 0,0 0 0,-4 7 0,-27 31 0,22-29 0,1-1 0,-14 24 0,22-34 0,0 1 0,0 0 0,1 0 0,-1-1 0,1 1 0,0 0 0,0 0 0,0 0 0,1 0 0,0 0 0,-1 1 0,1-1 0,1 0 0,-1 0 0,2 6 0,-1-8 0,0 1 0,0-1 0,0 0 0,0 0 0,0 0 0,1 0 0,-1-1 0,1 1 0,-1 0 0,1-1 0,0 1 0,0-1 0,0 1 0,0-1 0,0 0 0,0 0 0,0 0 0,0 0 0,0 0 0,0 0 0,1 0 0,-1-1 0,0 1 0,5-1 0,6 2 0,1-1 0,0-1 0,14-1 0,-16 1 0,11-1-341,0-1 0,-1-1-1,24-6 1,-22 3-6485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0,9 0 0,5 0 0,11 0 0,13 0 0,5 0 0,3 0 0,-1 0 0,-5 0 0,-14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0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0,-1 0-8191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24490,'0'888'0,"3991"-888"0,-3991-888 0,-3991 888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24575,'0'-5'0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24575,'1'0'0,"0"1"0,1-1 0,-1 1 0,0-1 0,0 1 0,0 0 0,0 0 0,0-1 0,0 1 0,0 0 0,0 0 0,0 0 0,0 0 0,0 0 0,-1 0 0,1 0 0,0 0 0,-1 0 0,1 1 0,-1-1 0,1 0 0,-1 0 0,0 1 0,1-1 0,-1 0 0,0 0 0,0 3 0,5 41 0,-4-40 0,1 366 0,-4-190 0,2 1730 0,1-1890 0,1-1 0,9 37 0,-6-35 0,-1 0 0,1 26 0,-6 56 0,2 39 0,-1-140 0,0 1 0,1-1 0,-1 0 0,1 1 0,0-1 0,0 0 0,0 0 0,0 1 0,1-1 0,-1 0 0,1 0 0,0-1 0,0 1 0,0 0 0,0-1 0,0 1 0,1-1 0,-1 1 0,1-1 0,-1 0 0,1 0 0,0 0 0,0-1 0,6 4 0,3-1 0,0-1 0,1 0 0,-1 0 0,1-1 0,16 0 0,-3 0 0,290 16 0,87 11 0,-271-10 0,128 25 0,-183-31 0,123 6 0,-29-4 0,-62 0-1365,-68-10-5461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2333 0 24575,'3'1'0,"-1"-1"0,1 0 0,0 1 0,0 0 0,-1 0 0,1 0 0,-1 0 0,1 0 0,-1 0 0,1 1 0,-1-1 0,0 1 0,1 0 0,-1-1 0,0 1 0,0 0 0,-1 0 0,1 1 0,0-1 0,0 0 0,-1 0 0,0 1 0,1-1 0,-1 1 0,0-1 0,0 1 0,1 4 0,2 9 0,0 0 0,-1 0 0,2 23 0,-4-32 0,50 467 0,-22-140 0,-16-111 0,1-4 0,-13-203 0,35 356 0,-25-280 0,41 167 0,-36-175 0,-3-1 0,4 157 0,-15-185 0,-3 0 0,-2 0 0,-12 60 0,11-85 0,1 0 0,1 41 0,-1 10 0,2-76 0,0 1 0,0-1 0,0 0 0,-1 0 0,0 0 0,0 0 0,0 0 0,-1 0 0,1 0 0,-1-1 0,0 0 0,0 1 0,-1-1 0,0 0 0,1 0 0,-1-1 0,0 1 0,-1-1 0,1 0 0,-1 0 0,1 0 0,-1-1 0,0 0 0,-10 4 0,-10 2 0,0-2 0,0 0 0,-50 4 0,46-6 0,-584 49 0,380-36 0,-445-6 0,420-13 0,95 3 0,-181-3 0,303-2-1365,6-2-5461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0 273 24575,'5'-1'0,"0"1"0,0-2 0,0 1 0,0 0 0,-1-1 0,9-4 0,10-3 0,49-8 0,76-9 0,-66 14 0,405-39 0,6 42 0,1620 9 0,-2058-2 0,69-13 0,-45 4 0,83-17 0,-65 8 0,9-3 0,192-10-1365,-259 29-5461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24575,'-4'4'0,"-2"7"0,0 2-8191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24575,'5'4'0,"1"7"0,0 1-8191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24575,'0'5'0,"0"6"0,0 1-8191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24575,'0'5'0,"0"5"0,5 2 0,6-1 0,1-3-8191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24575,'19'-3'0,"-1"-1"0,0 0 0,35-13 0,10-2 0,308-50 0,-295 57 0,6 3 0,0 4 0,104 7 0,-51 1 0,41-5 0,186 5 0,-204 10 0,52 1 0,62 1 0,-123-4 0,220 26 0,-234-20 0,-46-6 0,-28-2 0,66 1 0,269-11 0,-376-1 0,0 0 0,-1 0 0,20-7 0,-18 4 0,0 1 0,29-1 0,-29 4 0,11 1 0,0-2 0,58-11 0,-68 8-1365,-2 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50 24575,'-1'1'0,"1"-1"0,0 0 0,-1 0 0,1 0 0,-1 0 0,1 0 0,0 0 0,-1 0 0,1 0 0,0 0 0,-1 0 0,1 0 0,0 0 0,-1 0 0,1-1 0,-1 1 0,1 0 0,0 0 0,0 0 0,-1 0 0,1-1 0,0 1 0,-1 0 0,1 0 0,0-1 0,-1 1 0,1 0 0,0 0 0,0-1 0,0 1 0,-1 0 0,1-1 0,0 1 0,0 0 0,0-1 0,0 1 0,0 0 0,-1-1 0,1 1 0,0 0 0,0-1 0,0 1 0,0-1 0,0 1 0,0 0 0,0-1 0,0 1 0,0 0 0,1-1 0,-1 1 0,0 0 0,0-1 0,0 1 0,0 0 0,0-1 0,1 1 0,-1 0 0,0-1 0,0 1 0,1-1 0,16-17 0,-12 15 0,-1 1 0,1-1 0,-1 1 0,1 1 0,0-1 0,0 1 0,0 0 0,0 0 0,0 0 0,0 0 0,0 1 0,0 0 0,1 0 0,-1 1 0,0-1 0,0 1 0,0 0 0,0 0 0,8 4 0,-10-4 0,0 1 0,0-1 0,0 1 0,0 0 0,-1 0 0,1 0 0,-1 1 0,1-1 0,-1 1 0,1-1 0,-1 1 0,0 0 0,0 0 0,-1-1 0,1 1 0,-1 1 0,1-1 0,-1 0 0,0 0 0,0 0 0,0 1 0,-1-1 0,1 1 0,-1-1 0,0 0 0,0 1 0,0-1 0,0 1 0,0-1 0,-2 5 0,-1 5 0,-1 0 0,-1 0 0,0-1 0,-1 0 0,0 0 0,-1 0 0,-1 0 0,-13 15 0,13-16 0,0-1 0,1 1 0,0 0 0,0 1 0,1 0 0,1 0 0,0 0 0,-5 22 0,9-32 4,1 0-1,0 0 1,-1 0-1,1 0 0,0-1 1,0 1-1,1 0 1,-1 0-1,0 0 0,0 0 1,1-1-1,-1 1 1,1 0-1,0 0 1,0-1-1,-1 1 0,1 0 1,0-1-1,0 1 1,1-1-1,-1 1 1,0-1-1,0 0 0,1 1 1,-1-1-1,1 0 1,-1 0-1,1 0 0,-1 0 1,1 0-1,0 0 1,-1-1-1,1 1 1,2 0-1,4 1-251,1 0 1,0 0-1,0-1 1,0 0-1,14-1 1,2-1-6579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24575,'-2'0'0,"1"1"0,-1 0 0,0-1 0,0 1 0,0 0 0,1 0 0,-1 0 0,0 0 0,1 0 0,-1 1 0,1-1 0,-1 0 0,1 1 0,0-1 0,-1 1 0,1 0 0,0-1 0,0 1 0,0 0 0,0-1 0,1 1 0,-2 3 0,-14 42 0,14-36 0,0 1 0,0-1 0,1 1 0,0-1 0,1 1 0,0-1 0,1 1 0,1-1 0,-1 1 0,2-1 0,0 0 0,0 0 0,1 0 0,0 0 0,1 0 0,0-1 0,1 0 0,8 12 0,-3-6 0,1-1 0,0 0 0,1 0 0,1-2 0,20 17 0,-25-23 0,0 0 0,0-1 0,0-1 0,1 0 0,0 0 0,0 0 0,1-2 0,-1 1 0,1-1 0,19 3 0,-28-6 0,0 0 0,0 1 0,-1-1 0,1 0 0,0 0 0,0 0 0,0-1 0,0 1 0,-1 0 0,1-1 0,0 1 0,0-1 0,-1 0 0,1 1 0,2-3 0,-3 3 0,-1-1 0,1 1 0,-1-1 0,1 0 0,-1 1 0,0-1 0,1 0 0,-1 1 0,0-1 0,1 0 0,-1 0 0,0 0 0,0 1 0,0-1 0,0 0 0,1 0 0,-1 1 0,0-1 0,-1 0 0,1 0 0,0 0 0,0 1 0,0-1 0,-1-1 0,0-3 0,-1 1 0,-1-1 0,1 1 0,-1 0 0,0-1 0,1 1 0,-2 0 0,1 1 0,-6-6 0,2 2 24,0 1 0,0 1 0,-1-1 0,-10-5 0,15 10-130,-1-1 0,1 1 0,0 0 0,-1 0 0,1 0 0,-1 0-1,1 0 1,-1 1 0,0 0 0,1-1 0,-1 1 0,1 1 0,-8 0 0,-8 5-6720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24575,'1'0'0,"0"1"0,0-1 0,1 1 0,-1-1 0,0 1 0,0 0 0,0-1 0,0 1 0,0 0 0,0 0 0,0 0 0,0 0 0,0 0 0,0 0 0,0 0 0,-1 0 0,1 0 0,0 0 0,-1 0 0,1 0 0,-1 1 0,1-1 0,-1 0 0,0 0 0,0 1 0,1-1 0,-1 3 0,5 41 0,-4-40 0,-2 36 0,0-29 0,1 0 0,0 0 0,1 1 0,4 18 0,-5-28 0,1-1 0,0 1 0,0-1 0,0 1 0,0-1 0,0 0 0,0 1 0,1-1 0,-1 0 0,1 0 0,0 0 0,0 0 0,0 0 0,-1 0 0,2 0 0,-1-1 0,0 1 0,0-1 0,0 1 0,1-1 0,-1 0 0,1 0 0,-1 0 0,1 0 0,4 0 0,8 1-100,0-1-1,1-1 1,-1 0-1,0-2 1,0 1-1,0-2 1,0 0-1,17-6 1,-22 7-361,15-4-6365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24575,'0'-5'0,"0"3"0,0 12 0,0 8 0,0 6 0,0 3 0,0 2 0,0 1 0,4 0 0,3-1 0,4-1 0,0 0 0,-2 0 0,-2 0 0,-3-5-8191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24575,'-3'3'0,"1"0"0,0 0 0,0 0 0,0 1 0,0-1 0,0 1 0,1-1 0,-1 1 0,1 0 0,0-1 0,-1 8 0,-2 46 0,3-43 0,9 300 0,25-1 0,10 223 0,-45 744 0,-3-1191 0,-3-1 0,-35 147 0,16-104 0,9-40 0,5-36 0,4 0 0,1 0 0,0 57 0,8-48 0,3 87 0,-3-149 0,1 0 0,-1 0 0,0 0 0,1 0 0,-1 0 0,1 0 0,-1 0 0,1 0 0,0 0 0,0 0 0,0 0 0,2 2 0,-3-4 0,0 0 0,0 0 0,0 0 0,0 0 0,1 0 0,-1 1 0,0-1 0,0 0 0,0 0 0,0 0 0,1 0 0,-1 0 0,0 0 0,0 0 0,0 0 0,0 0 0,1 0 0,-1 0 0,0 0 0,0-1 0,0 1 0,0 0 0,1 0 0,-1 0 0,0 0 0,0 0 0,0 0 0,0 0 0,0 0 0,1 0 0,-1-1 0,0 1 0,0 0 0,0 0 0,0 0 0,0 0 0,0 0 0,0-1 0,0 1 0,1 0 0,-1 0 0,0 0 0,0-1 0,5-19 0,5-89-1365,-3 42-5461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24575,'3'-4'0,"4"11"0,5 13 0,15 49 0,-4 0 0,-2 2 0,17 105 0,-1 224 0,-13-58 0,0 38 0,-10-84-2460,2 134-1864,-15-318 5116,1-24 1205,-3 0 1,-23 150-1,-46 68-1997,62-271 0,2 5 0,1 0 0,2 0 0,1 0 0,6 51 0,-1 1 0,-5 19 0,4 111 0,14-142-1365,-11-56-5461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24575,'-3'3'0,"1"1"0,0 0 0,0 0 0,0 1 0,0-1 0,0 0 0,1 1 0,0-1 0,0 1 0,0-1 0,0 1 0,1 0 0,0-1 0,0 7 0,-1 4 0,-1 75 0,3-1 0,19 124 0,-3-29 0,12 158 0,4 61 0,-30-71 0,-1-39 0,11-122 0,1 48 0,-13 420 0,-2-301 0,2-307 0,2-1 0,7 33 0,-4-31 0,3 48 0,-7-56-273,1 1 0,1-1 0,1 0 0,15 41 0,-12-42-6553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24575,'0'-4'0,"4"-2"0,3-5 0,3 0 0,5 2 0,1 2-8191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24575,'19'41'0,"-5"-16"0,10 37 0,-2 0 0,-4 2 0,18 102 0,-5-20 0,-16-67 0,6 82 0,-1-2 0,-5-45 0,0 123 0,-16 118 0,-2-131 0,3 1733-1365,0-1934-5461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24575,'5'0'0,"1"5"0,4 6 0,1 11 0,3 5 0,4 4 0,3 1 0,-2 4 0,-3 1 0,-1-2 0,-3-2 0,2-1 0,-2-7-8191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24575,'88'-1'0,"98"3"0,-183-2 0,-1 1 0,1-1 0,0 1 0,0 0 0,-1 0 0,1 0 0,-1 0 0,1 1 0,-1-1 0,1 1 0,-1-1 0,0 1 0,0 0 0,1 0 0,-1 0 0,-1 0 0,1 0 0,0 0 0,0 1 0,-1-1 0,0 1 0,1-1 0,-1 1 0,0-1 0,0 1 0,0 0 0,-1-1 0,1 1 0,0 0 0,-1 3 0,2 11 0,0 1 0,-2 0 0,-2 31 0,0-24 0,-2 115-1365,4-116-5461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24575,'0'-4'0,"0"-7"0,5-1 0,6 1 0,5 3 0,5 3 0,4 2 0,2 1 0,1 2 0,1 0 0,-1 0 0,-4 1-8191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24575,'-24'106'0,"14"-55"0,7-42 0,0 0 0,2 0 0,-1 0 0,1 0 0,0 1 0,1-1 0,1 12 0,-1-19 0,1 0 0,0 0 0,0 0 0,-1 0 0,1 0 0,1 0 0,-1-1 0,0 1 0,0 0 0,1-1 0,-1 1 0,1-1 0,-1 1 0,1-1 0,-1 0 0,1 0 0,0 0 0,0 0 0,0 0 0,-1 0 0,1 0 0,0-1 0,0 1 0,0 0 0,0-1 0,4 1 0,6 0 0,0 0 0,1 0 0,16-3 0,-16 2 0,128-5-1365,-118 5-5461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24575,'-5'0'0,"-1"9"0,0 8 0,2 10 0,0 6 0,2 10 0,1 8 0,1 4 0,0 7 0,0 2 0,0-5 0,0-9 0,1-7 0,-1-7 0,0-4 0,0-4 0,0-6-8191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20 137 24575,'-2'-2'0,"1"1"0,-1-1 0,1 1 0,-1-1 0,1 0 0,-1 0 0,1 0 0,0 0 0,0 0 0,0 0 0,0 0 0,0 0 0,1 0 0,-1 0 0,1-1 0,-1 1 0,1 0 0,0 0 0,0-1 0,0 1 0,0-4 0,1 3 0,0 0 0,0-1 0,0 1 0,1 0 0,-1 0 0,1 0 0,0 0 0,0 0 0,0 0 0,0 1 0,1-1 0,4-4 0,-1 2 0,0 0 0,1 0 0,0 1 0,0 0 0,0 0 0,0 1 0,0-1 0,1 1 0,0 1 0,-1 0 0,13-2 0,-16 4 0,1-1 0,-1 2 0,1-1 0,-1 0 0,0 1 0,1 0 0,-1 0 0,0 0 0,1 1 0,-1 0 0,0-1 0,0 1 0,0 1 0,0-1 0,-1 0 0,1 1 0,-1 0 0,1 0 0,-1 0 0,0 0 0,0 1 0,0-1 0,-1 1 0,1 0 0,1 4 0,-1-4 0,-1 1 0,0 0 0,0 0 0,-1 0 0,0 0 0,0 0 0,0 0 0,0 0 0,-1 0 0,0 1 0,0-1 0,0 0 0,-1 0 0,1 0 0,-1 0 0,-1 0 0,1 0 0,-1 0 0,0 0 0,0 0 0,-4 7 0,-27 31 0,22-29 0,1-1 0,-14 24 0,22-34 0,0 1 0,0 0 0,1 0 0,-1-1 0,1 1 0,0 0 0,0 0 0,0 0 0,1 0 0,0 0 0,-1 1 0,1-1 0,1 0 0,-1 0 0,2 6 0,-1-8 0,0 1 0,0-1 0,0 0 0,0 0 0,0 0 0,1 0 0,-1-1 0,1 1 0,-1 0 0,1-1 0,0 1 0,0-1 0,0 1 0,0-1 0,0 0 0,0 0 0,0 0 0,0 0 0,0 0 0,0 0 0,1 0 0,-1-1 0,0 1 0,5-1 0,6 2 0,1-1 0,0-1 0,14-1 0,-16 1 0,11-1-341,0-1 0,-1-1-1,24-6 1,-22 3-6485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0,9 0 0,5 0 0,11 0 0,13 0 0,5 0 0,3 0 0,-1 0 0,-5 0 0,-14 0-8191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49:5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0,-1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3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24575,'0'-4'0,"5"-3"0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4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24575,'0'-4'0,"5"-3"0,6 2 0,1 0-8191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4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24575,'5'0'0,"5"0"0,2 0-8191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24575,'5'0'0,"6"0"0,6 0 0,5 0 0,2 0 0,3 0 0,1 0 0,-4 5 0,-1 1 0,-1 0 0,2-2 0,4 0 0,-1-2-8191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4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24575,'4'0'0,"7"0"0,1 0-8191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5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24575,'363'27'0,"-118"-4"0,67-16-1365,-284-7-5461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5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24575,'4'0'0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5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0:05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24575,'5'0'0,"6"0"0,1 0-8191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24490,'0'888'0,"3991"-888"0,-3991-888 0,-3991 888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24575,'0'-5'0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24575,'1'0'0,"0"1"0,1-1 0,-1 1 0,0-1 0,0 1 0,0 0 0,0 0 0,0-1 0,0 1 0,0 0 0,0 0 0,0 0 0,0 0 0,0 0 0,-1 0 0,1 0 0,0 0 0,-1 0 0,1 1 0,-1-1 0,1 0 0,-1 0 0,0 1 0,1-1 0,-1 0 0,0 0 0,0 3 0,5 41 0,-4-40 0,1 366 0,-4-190 0,2 1730 0,1-1890 0,1-1 0,9 37 0,-6-35 0,-1 0 0,1 26 0,-6 56 0,2 39 0,-1-140 0,0 1 0,1-1 0,-1 0 0,1 1 0,0-1 0,0 0 0,0 0 0,0 1 0,1-1 0,-1 0 0,1 0 0,0-1 0,0 1 0,0 0 0,0-1 0,0 1 0,1-1 0,-1 1 0,1-1 0,-1 0 0,1 0 0,0 0 0,0-1 0,6 4 0,3-1 0,0-1 0,1 0 0,-1 0 0,1-1 0,16 0 0,-3 0 0,290 16 0,87 11 0,-271-10 0,128 25 0,-183-31 0,123 6 0,-29-4 0,-62 0-1365,-68-10-5461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2333 0 24575,'3'1'0,"-1"-1"0,1 0 0,0 1 0,0 0 0,-1 0 0,1 0 0,-1 0 0,1 0 0,-1 0 0,1 1 0,-1-1 0,0 1 0,1 0 0,-1-1 0,0 1 0,0 0 0,-1 0 0,1 1 0,0-1 0,0 0 0,-1 0 0,0 1 0,1-1 0,-1 1 0,0-1 0,0 1 0,1 4 0,2 9 0,0 0 0,-1 0 0,2 23 0,-4-32 0,50 467 0,-22-140 0,-16-111 0,1-4 0,-13-203 0,35 356 0,-25-280 0,41 167 0,-36-175 0,-3-1 0,4 157 0,-15-185 0,-3 0 0,-2 0 0,-12 60 0,11-85 0,1 0 0,1 41 0,-1 10 0,2-76 0,0 1 0,0-1 0,0 0 0,-1 0 0,0 0 0,0 0 0,0 0 0,-1 0 0,1 0 0,-1-1 0,0 0 0,0 1 0,-1-1 0,0 0 0,1 0 0,-1-1 0,0 1 0,-1-1 0,1 0 0,-1 0 0,1 0 0,-1-1 0,0 0 0,-10 4 0,-10 2 0,0-2 0,0 0 0,-50 4 0,46-6 0,-584 49 0,380-36 0,-445-6 0,420-13 0,95 3 0,-181-3 0,303-2-1365,6-2-5461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0 273 24575,'5'-1'0,"0"1"0,0-2 0,0 1 0,0 0 0,-1-1 0,9-4 0,10-3 0,49-8 0,76-9 0,-66 14 0,405-39 0,6 42 0,1620 9 0,-2058-2 0,69-13 0,-45 4 0,83-17 0,-65 8 0,9-3 0,192-10-1365,-259 29-5461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24575,'-4'4'0,"-2"7"0,0 2-8191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24575,'5'4'0,"1"7"0,0 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24575,'0'5'0,"0"6"0,0 1-8191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24575,'0'5'0,"0"5"0,5 2 0,6-1 0,1-3-8191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24575,'19'-3'0,"-1"-1"0,0 0 0,35-13 0,10-2 0,308-50 0,-295 57 0,6 3 0,0 4 0,104 7 0,-51 1 0,41-5 0,186 5 0,-204 10 0,52 1 0,62 1 0,-123-4 0,220 26 0,-234-20 0,-46-6 0,-28-2 0,66 1 0,269-11 0,-376-1 0,0 0 0,-1 0 0,20-7 0,-18 4 0,0 1 0,29-1 0,-29 4 0,11 1 0,0-2 0,58-11 0,-68 8-1365,-2 2-5461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24575,'0'-5'0,"0"3"0,0 12 0,0 13 0,0 7 0,0 3 0,0 1 0,0-1 0,0-1 0,0-2 0,0-1 0,0 0 0,0-2 0,0 0 0,0-5-8191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50 24575,'-1'1'0,"1"-1"0,0 0 0,-1 0 0,1 0 0,-1 0 0,1 0 0,0 0 0,-1 0 0,1 0 0,0 0 0,-1 0 0,1 0 0,0 0 0,-1 0 0,1-1 0,-1 1 0,1 0 0,0 0 0,0 0 0,-1 0 0,1-1 0,0 1 0,-1 0 0,1 0 0,0-1 0,-1 1 0,1 0 0,0 0 0,0-1 0,0 1 0,-1 0 0,1-1 0,0 1 0,0 0 0,0-1 0,0 1 0,0 0 0,-1-1 0,1 1 0,0 0 0,0-1 0,0 1 0,0-1 0,0 1 0,0 0 0,0-1 0,0 1 0,0 0 0,1-1 0,-1 1 0,0 0 0,0-1 0,0 1 0,0 0 0,0-1 0,1 1 0,-1 0 0,0-1 0,0 1 0,1-1 0,16-17 0,-12 15 0,-1 1 0,1-1 0,-1 1 0,1 1 0,0-1 0,0 1 0,0 0 0,0 0 0,0 0 0,0 0 0,0 1 0,0 0 0,1 0 0,-1 1 0,0-1 0,0 1 0,0 0 0,0 0 0,8 4 0,-10-4 0,0 1 0,0-1 0,0 1 0,0 0 0,-1 0 0,1 0 0,-1 1 0,1-1 0,-1 1 0,1-1 0,-1 1 0,0 0 0,0 0 0,-1-1 0,1 1 0,-1 1 0,1-1 0,-1 0 0,0 0 0,0 0 0,0 1 0,-1-1 0,1 1 0,-1-1 0,0 0 0,0 1 0,0-1 0,0 1 0,0-1 0,-2 5 0,-1 5 0,-1 0 0,-1 0 0,0-1 0,-1 0 0,0 0 0,-1 0 0,-1 0 0,-13 15 0,13-16 0,0-1 0,1 1 0,0 0 0,0 1 0,1 0 0,1 0 0,0 0 0,-5 22 0,9-32 4,1 0-1,0 0 1,-1 0-1,1 0 0,0-1 1,0 1-1,1 0 1,-1 0-1,0 0 0,0 0 1,1-1-1,-1 1 1,1 0-1,0 0 1,0-1-1,-1 1 0,1 0 1,0-1-1,0 1 1,1-1-1,-1 1 1,0-1-1,0 0 0,1 1 1,-1-1-1,1 0 1,-1 0-1,1 0 0,-1 0 1,1 0-1,0 0 1,-1-1-1,1 1 1,2 0-1,4 1-251,1 0 1,0 0-1,0-1 1,0 0-1,14-1 1,2-1-6579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24575,'-2'0'0,"1"1"0,-1 0 0,0-1 0,0 1 0,0 0 0,1 0 0,-1 0 0,0 0 0,1 0 0,-1 1 0,1-1 0,-1 0 0,1 1 0,0-1 0,-1 1 0,1 0 0,0-1 0,0 1 0,0 0 0,0-1 0,1 1 0,-2 3 0,-14 42 0,14-36 0,0 1 0,0-1 0,1 1 0,0-1 0,1 1 0,0-1 0,1 1 0,1-1 0,-1 1 0,2-1 0,0 0 0,0 0 0,1 0 0,0 0 0,1 0 0,0-1 0,1 0 0,8 12 0,-3-6 0,1-1 0,0 0 0,1 0 0,1-2 0,20 17 0,-25-23 0,0 0 0,0-1 0,0-1 0,1 0 0,0 0 0,0 0 0,1-2 0,-1 1 0,1-1 0,19 3 0,-28-6 0,0 0 0,0 1 0,-1-1 0,1 0 0,0 0 0,0 0 0,0-1 0,0 1 0,-1 0 0,1-1 0,0 1 0,0-1 0,-1 0 0,1 1 0,2-3 0,-3 3 0,-1-1 0,1 1 0,-1-1 0,1 0 0,-1 1 0,0-1 0,1 0 0,-1 1 0,0-1 0,1 0 0,-1 0 0,0 0 0,0 1 0,0-1 0,0 0 0,1 0 0,-1 1 0,0-1 0,-1 0 0,1 0 0,0 0 0,0 1 0,0-1 0,-1-1 0,0-3 0,-1 1 0,-1-1 0,1 1 0,-1 0 0,0-1 0,1 1 0,-2 0 0,1 1 0,-6-6 0,2 2 24,0 1 0,0 1 0,-1-1 0,-10-5 0,15 10-130,-1-1 0,1 1 0,0 0 0,-1 0 0,1 0 0,-1 0-1,1 0 1,-1 1 0,0 0 0,1-1 0,-1 1 0,1 1 0,-8 0 0,-8 5-6720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24575,'1'0'0,"0"1"0,0-1 0,1 1 0,-1-1 0,0 1 0,0 0 0,0-1 0,0 1 0,0 0 0,0 0 0,0 0 0,0 0 0,0 0 0,0 0 0,0 0 0,-1 0 0,1 0 0,0 0 0,-1 0 0,1 0 0,-1 1 0,1-1 0,-1 0 0,0 0 0,0 1 0,1-1 0,-1 3 0,5 41 0,-4-40 0,-2 36 0,0-29 0,1 0 0,0 0 0,1 1 0,4 18 0,-5-28 0,1-1 0,0 1 0,0-1 0,0 1 0,0-1 0,0 0 0,0 1 0,1-1 0,-1 0 0,1 0 0,0 0 0,0 0 0,0 0 0,-1 0 0,2 0 0,-1-1 0,0 1 0,0-1 0,0 1 0,1-1 0,-1 0 0,1 0 0,-1 0 0,1 0 0,4 0 0,8 1-100,0-1-1,1-1 1,-1 0-1,0-2 1,0 1-1,0-2 1,0 0-1,17-6 1,-22 7-361,15-4-6365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24575,'0'-5'0,"0"3"0,0 12 0,0 8 0,0 6 0,0 3 0,0 2 0,0 1 0,4 0 0,3-1 0,4-1 0,0 0 0,-2 0 0,-2 0 0,-3-5-8191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24575,'-3'3'0,"1"0"0,0 0 0,0 0 0,0 1 0,0-1 0,0 1 0,1-1 0,-1 1 0,1 0 0,0-1 0,-1 8 0,-2 46 0,3-43 0,9 300 0,25-1 0,10 223 0,-45 744 0,-3-1191 0,-3-1 0,-35 147 0,16-104 0,9-40 0,5-36 0,4 0 0,1 0 0,0 57 0,8-48 0,3 87 0,-3-149 0,1 0 0,-1 0 0,0 0 0,1 0 0,-1 0 0,1 0 0,-1 0 0,1 0 0,0 0 0,0 0 0,0 0 0,2 2 0,-3-4 0,0 0 0,0 0 0,0 0 0,0 0 0,1 0 0,-1 1 0,0-1 0,0 0 0,0 0 0,0 0 0,1 0 0,-1 0 0,0 0 0,0 0 0,0 0 0,0 0 0,1 0 0,-1 0 0,0 0 0,0-1 0,0 1 0,0 0 0,1 0 0,-1 0 0,0 0 0,0 0 0,0 0 0,0 0 0,0 0 0,1 0 0,-1-1 0,0 1 0,0 0 0,0 0 0,0 0 0,0 0 0,0 0 0,0-1 0,0 1 0,1 0 0,-1 0 0,0 0 0,0-1 0,5-19 0,5-89-1365,-3 42-5461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24575,'3'-4'0,"4"11"0,5 13 0,15 49 0,-4 0 0,-2 2 0,17 105 0,-1 224 0,-13-58 0,0 38 0,-10-84-2460,2 134-1864,-15-318 5116,1-24 1205,-3 0 1,-23 150-1,-46 68-1997,62-271 0,2 5 0,1 0 0,2 0 0,1 0 0,6 51 0,-1 1 0,-5 19 0,4 111 0,14-142-1365,-11-56-5461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24575,'-3'3'0,"1"1"0,0 0 0,0 0 0,0 1 0,0-1 0,0 0 0,1 1 0,0-1 0,0 1 0,0-1 0,0 1 0,1 0 0,0-1 0,0 7 0,-1 4 0,-1 75 0,3-1 0,19 124 0,-3-29 0,12 158 0,4 61 0,-30-71 0,-1-39 0,11-122 0,1 48 0,-13 420 0,-2-301 0,2-307 0,2-1 0,7 33 0,-4-31 0,3 48 0,-7-56-273,1 1 0,1-1 0,1 0 0,15 41 0,-12-42-6553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24575,'0'-4'0,"4"-2"0,3-5 0,3 0 0,5 2 0,1 2-8191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24575,'19'41'0,"-5"-16"0,10 37 0,-2 0 0,-4 2 0,18 102 0,-5-20 0,-16-67 0,6 82 0,-1-2 0,-5-45 0,0 123 0,-16 118 0,-2-131 0,3 1733-1365,0-1934-5461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24575,'5'0'0,"1"5"0,4 6 0,1 11 0,3 5 0,4 4 0,3 1 0,-2 4 0,-3 1 0,-1-2 0,-3-2 0,2-1 0,-2-7-8191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24575,'88'-1'0,"98"3"0,-183-2 0,-1 1 0,1-1 0,0 1 0,0 0 0,-1 0 0,1 0 0,-1 0 0,1 1 0,-1-1 0,1 1 0,-1-1 0,0 1 0,0 0 0,1 0 0,-1 0 0,-1 0 0,1 0 0,0 0 0,0 1 0,-1-1 0,0 1 0,1-1 0,-1 1 0,0-1 0,0 1 0,0 0 0,-1-1 0,1 1 0,0 0 0,-1 3 0,2 11 0,0 1 0,-2 0 0,-2 31 0,0-24 0,-2 115-1365,4-116-5461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24575,'0'-4'0,"0"-7"0,5-1 0,6 1 0,5 3 0,5 3 0,4 2 0,2 1 0,1 2 0,1 0 0,-1 0 0,-4 1-8191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24575,'-24'106'0,"14"-55"0,7-42 0,0 0 0,2 0 0,-1 0 0,1 0 0,0 1 0,1-1 0,1 12 0,-1-19 0,1 0 0,0 0 0,0 0 0,-1 0 0,1 0 0,1 0 0,-1-1 0,0 1 0,0 0 0,1-1 0,-1 1 0,1-1 0,-1 1 0,1-1 0,-1 0 0,1 0 0,0 0 0,0 0 0,0 0 0,-1 0 0,1 0 0,0-1 0,0 1 0,0 0 0,0-1 0,4 1 0,6 0 0,0 0 0,1 0 0,16-3 0,-16 2 0,128-5-1365,-118 5-5461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24575,'-5'0'0,"-1"9"0,0 8 0,2 10 0,0 6 0,2 10 0,1 8 0,1 4 0,0 7 0,0 2 0,0-5 0,0-9 0,1-7 0,-1-7 0,0-4 0,0-4 0,0-6-8191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20 137 24575,'-2'-2'0,"1"1"0,-1-1 0,1 1 0,-1-1 0,1 0 0,-1 0 0,1 0 0,0 0 0,0 0 0,0 0 0,0 0 0,0 0 0,1 0 0,-1 0 0,1-1 0,-1 1 0,1 0 0,0 0 0,0-1 0,0 1 0,0-4 0,1 3 0,0 0 0,0-1 0,0 1 0,1 0 0,-1 0 0,1 0 0,0 0 0,0 0 0,0 0 0,0 1 0,1-1 0,4-4 0,-1 2 0,0 0 0,1 0 0,0 1 0,0 0 0,0 0 0,0 1 0,0-1 0,1 1 0,0 1 0,-1 0 0,13-2 0,-16 4 0,1-1 0,-1 2 0,1-1 0,-1 0 0,0 1 0,1 0 0,-1 0 0,0 0 0,1 1 0,-1 0 0,0-1 0,0 1 0,0 1 0,0-1 0,-1 0 0,1 1 0,-1 0 0,1 0 0,-1 0 0,0 0 0,0 1 0,0-1 0,-1 1 0,1 0 0,1 4 0,-1-4 0,-1 1 0,0 0 0,0 0 0,-1 0 0,0 0 0,0 0 0,0 0 0,0 0 0,-1 0 0,0 1 0,0-1 0,0 0 0,-1 0 0,1 0 0,-1 0 0,-1 0 0,1 0 0,-1 0 0,0 0 0,0 0 0,-4 7 0,-27 31 0,22-29 0,1-1 0,-14 24 0,22-34 0,0 1 0,0 0 0,1 0 0,-1-1 0,1 1 0,0 0 0,0 0 0,0 0 0,1 0 0,0 0 0,-1 1 0,1-1 0,1 0 0,-1 0 0,2 6 0,-1-8 0,0 1 0,0-1 0,0 0 0,0 0 0,0 0 0,1 0 0,-1-1 0,1 1 0,-1 0 0,1-1 0,0 1 0,0-1 0,0 1 0,0-1 0,0 0 0,0 0 0,0 0 0,0 0 0,0 0 0,0 0 0,1 0 0,-1-1 0,0 1 0,5-1 0,6 2 0,1-1 0,0-1 0,14-1 0,-16 1 0,11-1-341,0-1 0,-1-1-1,24-6 1,-22 3-6485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0,9 0 0,5 0 0,11 0 0,13 0 0,5 0 0,3 0 0,-1 0 0,-5 0 0,-14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32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0,-1 0-8191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44.0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27 927 24575,'-1'0'0,"0"-1"0,-1 1 0,1-1 0,0 0 0,-1 0 0,1 1 0,0-1 0,0 0 0,0 0 0,0 0 0,0 0 0,0-1 0,0 1 0,0 0 0,0 0 0,0 0 0,1-1 0,-1 1 0,1 0 0,-1-1 0,1 1 0,-1-1 0,1 1 0,0 0 0,-1-1 0,1 1 0,0-3 0,-4-41 0,5 38 0,1-1 0,-1 1 0,1 0 0,0 0 0,1-1 0,0 2 0,0-1 0,0 0 0,1 1 0,0-1 0,7-7 0,1-1 0,1 0 0,0 1 0,18-15 0,150-103 0,-114 86 0,-31 24 0,43-21 0,-30 17 0,-35 20 0,1-1 0,0 2 0,0 0 0,0 0 0,1 2 0,-1 0 0,26-2 0,115 6 0,-73 2 0,75 5 0,175 32 0,30 23 0,-57-26 0,-193-26 0,152-5 0,-254-7 0,-1 0 0,0 0 0,1-1 0,-1 0 0,0-1 0,0 0 0,0-1 0,0 0 0,-1 0 0,12-8 0,-14 8 0,-1-1 0,-1 1 0,1-2 0,-1 1 0,1-1 0,-2 1 0,1-1 0,-1-1 0,1 1 0,-2-1 0,1 1 0,-1-1 0,0 0 0,0-1 0,1-6 0,0-2 0,0 1 0,-1 0 0,-1-1 0,0 0 0,-1 1 0,-1-1 0,0 0 0,-1 0 0,-1 1 0,-1-1 0,0 1 0,-1-1 0,0 1 0,-1 0 0,-1 1 0,-1-1 0,0 1 0,0 0 0,-2 1 0,1 0 0,-15-16 0,17 22 0,0 1 0,0 0 0,0 0 0,-1 1 0,0-1 0,0 1 0,0 1 0,-14-7 0,19 10 0,0 0 0,-1 1 0,1-1 0,0 1 0,-1-1 0,1 1 0,0 0 0,-1 0 0,1 0 0,0 0 0,-1 0 0,1 1 0,0-1 0,0 1 0,-1-1 0,1 1 0,0 0 0,0 0 0,0 0 0,0 0 0,0 0 0,0 1 0,0-1 0,0 0 0,0 1 0,1 0 0,-1-1 0,0 1 0,1 0 0,0 0 0,-1 0 0,1 0 0,0 0 0,0 0 0,0 0 0,-1 4 0,-1 2 0,0 0 0,1 0 0,0 1 0,1-1 0,0 1 0,0-1 0,1 1 0,0 0 0,0-1 0,1 1 0,0-1 0,0 1 0,1-1 0,4 12 0,0 0 0,2-1 0,0 1 0,1-1 0,21 31 0,-25-42 0,1 0 0,0 0 0,1 0 0,0-1 0,0 0 0,0 0 0,1-1 0,0 0 0,0 0 0,1-1 0,0 0 0,0 0 0,0-1 0,0 0 0,1-1 0,-1 0 0,1 0 0,0-1 0,17 1 0,43 4 0,111 7 0,-152-14 0,0-1 0,0-1 0,-1-2 0,39-9 0,-41 6 0,22-7 0,0 2 0,1 2 0,1 2 0,59-2 0,-96 10 0,0 0 0,0 1 0,0 1 0,0 0 0,-1 0 0,1 1 0,0 1 0,-1 0 0,0 1 0,0 0 0,-1 0 0,1 2 0,-1-1 0,0 2 0,-1-1 0,0 1 0,0 1 0,-1 0 0,0 0 0,0 1 0,11 17 0,-13-15 0,-1 1 0,-1 0 0,0 1 0,0-1 0,-2 1 0,1 0 0,1 20 0,10 39 0,3-7-1365,-11-37-5461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46.4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1 767 24575,'0'-9'0,"1"-1"0,0 1 0,0 0 0,1-1 0,0 1 0,1 0 0,0 0 0,0 1 0,1-1 0,0 1 0,1-1 0,0 1 0,8-9 0,26-21 0,2 2 0,2 2 0,1 2 0,1 2 0,2 2 0,1 1 0,90-34 0,-122 56 0,0 0 0,1 1 0,0 1 0,-1 0 0,23 0 0,87 5 0,-53 0 0,-13-1 0,52 0 0,151 19 0,-34 25 0,-70-11 0,-29-17 0,-45-6 0,-67-9 0,0 0 0,-1-1 0,1-1 0,0 0 0,0-2 0,0 0 0,32-8 0,-38 6 0,1-1 0,-1 0 0,0-1 0,0 0 0,-1 0 0,0-1 0,0-1 0,0 0 0,-1-1 0,0 0 0,11-13 0,-16 16 0,-1-1 0,1 0 0,-1 0 0,0-1 0,0 1 0,-1-1 0,0 0 0,-1 0 0,0 0 0,0 0 0,0 0 0,-1 0 0,0 0 0,-1-1 0,0 1 0,0 0 0,-3-16 0,1 12 0,-1 0 0,0 0 0,-1 0 0,0 0 0,-1 1 0,0 0 0,-1 0 0,0 0 0,0 0 0,-1 1 0,-14-15 0,16 21 0,0-1 0,0 0 0,-1 1 0,0 0 0,0 0 0,0 1 0,0 0 0,0 0 0,-1 0 0,1 1 0,-1 0 0,0 0 0,0 1 0,-8-2 0,11 3 0,0 0 0,1 0 0,-1 0 0,0 0 0,1 0 0,-1 1 0,1 0 0,-1 0 0,1 0 0,-1 0 0,1 0 0,-1 1 0,1-1 0,0 1 0,0 0 0,0 0 0,0 0 0,0 0 0,0 1 0,1-1 0,-1 1 0,1 0 0,-1-1 0,1 1 0,0 0 0,0 1 0,0-1 0,-1 5 0,0-1 0,0 0 0,1 0 0,0 1 0,0-1 0,1 1 0,0-1 0,0 1 0,0-1 0,1 1 0,1-1 0,-1 1 0,1 0 0,4 13 0,-3-15 0,0-1 0,0 1 0,1-1 0,0 1 0,0-1 0,0 0 0,1-1 0,0 1 0,0 0 0,0-1 0,0 0 0,1 0 0,-1 0 0,1-1 0,0 1 0,0-1 0,11 4 0,-4-2 0,0-1 0,1 0 0,-1-1 0,1 0 0,0-1 0,16 0 0,80-3 0,-61 0 0,69 1 0,77-3 0,-84-10 0,16-1 0,-113 13 0,45-1 0,62 5 0,-101-1 0,-1 0 0,1 1 0,-1 1 0,0 1 0,-1 1 0,1 0 0,25 14 0,-10-2 0,0 0 0,-2 2 0,0 2 0,-1 1 0,-2 1 0,46 49 0,-39-34-33,-16-18-411,-1 0 0,19 30 0,-22-24-6382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47.3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 24575,'0'-5'0,"5"-1"0,5 0 0,7 2 0,4 0 0,-1 2-8191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47.6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24575,'5'0'0,"5"0"0,2 5 0,4 1 0,3 0 0,3-1 0,12-2 0,14-1 0,18 4 0,-3 0-8191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48.3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24575,'4'0'0,"7"0"0,6 0 0,4 0 0,9 0 0,13 0 0,3 0 0,8 0 0,0 0 0,-1 0 0,6 0 0,-4 0 0,-1 0 0,-6 0 0,-5 0 0,-7 0 0,-8 0-8191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48.7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24575,'4'0'0,"7"0"0,6 0 0,4 0 0,4 0 0,2 0 0,-4 0-8191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51.2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0 800 24575,'1'1'0,"-1"0"0,0 0 0,0 0 0,1 0 0,-1 0 0,1 0 0,-1 0 0,0 0 0,1-1 0,0 1 0,-1 0 0,1 0 0,0 0 0,-1-1 0,1 1 0,0 0 0,0-1 0,-1 1 0,1-1 0,0 1 0,0-1 0,0 1 0,0-1 0,0 0 0,0 1 0,0-1 0,0 0 0,-1 0 0,1 0 0,0 0 0,2 0 0,33 0 0,8-9 0,-1-2 0,0-2 0,0-2 0,-2-2 0,0-1 0,-1-2 0,-1-2 0,0-2 0,40-33 0,-35 25 0,1 2 0,65-32 0,-79 47 0,0 2 0,1 2 0,0 0 0,64-10 0,31 5 0,1 6 0,180 8 0,-213 10 0,160 35 0,-76-10 0,-62-11-2175,80 9-2434,-182-29 5094,0-1-1,1-1 1,-1 0 0,0-2-1,1 1 1,22-7-1,-32 6-305,0 0-1,-1 0 1,1 0-1,-1-1 1,1 0-1,-1 0 1,0-1-1,0 1 1,0-1 0,-1 0-1,1-1 1,-1 1-1,0-1 1,0 0-1,0 1 1,-1-2-1,0 1 1,5-11-1,0-3-178,-2-1 0,0 0 0,-2 0 0,0 0 0,2-31 0,-5-106 0,-3 87 0,2 64 0,1 3 0,-1-1 0,0 1 0,0 0 0,0-1 0,0 1 0,-1 0 0,1-1 0,-1 1 0,0 0 0,0 0 0,0 0 0,0 0 0,-1 0 0,-2-5 0,4 8 0,-1 0 0,1 0 0,0 0 0,-1 0 0,1 0 0,0 0 0,-1 0 0,1 0 0,0 0 0,-1 0 0,1 0 0,-1 0 0,1 0 0,0 0 0,-1 0 0,1 1 0,0-1 0,0 0 0,-1 0 0,1 0 0,0 0 0,-1 1 0,1-1 0,0 0 0,0 0 0,-1 1 0,1-1 0,0 0 0,0 0 0,0 1 0,-1-1 0,1 0 0,0 1 0,0-1 0,0 0 0,0 1 0,0-1 0,0 0 0,0 1 0,-1-1 0,1 0 0,0 1 0,0-1 0,0 0 0,0 1 0,1 0 0,-5 18 0,2-6 0,1 0 0,1 0 0,0 0 0,1 1 0,0-1 0,1 0 0,0-1 0,1 1 0,1 0 0,0-1 0,0 1 0,12 20 0,-10-24 0,-1 0 0,1-1 0,1 0 0,-1 0 0,1-1 0,1 0 0,-1 0 0,1-1 0,0 0 0,1 0 0,-1 0 0,1-1 0,0-1 0,1 0 0,-1 0 0,1 0 0,12 1 0,31 7 0,1-3 0,71 2 0,-108-11 0,1-1 0,-1 0 0,0-1 0,0-1 0,32-10 0,74-38 0,10-2 0,-111 47 0,2 1 0,-1 1 0,0 1 0,1 2 0,-1 0 0,1 1 0,-1 2 0,44 7 0,-56-6 0,0 1 0,-1 0 0,1 0 0,-1 1 0,0 0 0,-1 0 0,1 1 0,-1 1 0,10 8 0,10 12 0,32 39 0,-2-3 0,110 88 0,-157-142 0,0 1 0,1-1 0,0-1 0,1-1 0,0 0 0,0 0 0,0-2 0,1 1 0,0-2 0,15 3 0,21 2 0,86 2 0,-73-7 0,27 3-112,679 60-1141,-684-56-5573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53.0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1 372 24575,'0'-6'0,"-1"-7"0,1 0 0,1-1 0,-1 1 0,2 0 0,0 1 0,1-1 0,0 0 0,9-22 0,65-148 0,-75 179 0,0 0 0,0 0 0,0 0 0,0 0 0,1 1 0,0-1 0,0 1 0,4-5 0,-7 8 0,1-1 0,0 0 0,-1 1 0,1 0 0,0-1 0,0 1 0,0-1 0,-1 1 0,1 0 0,0-1 0,0 1 0,0 0 0,0 0 0,-1 0 0,1 0 0,0 0 0,0 0 0,0 0 0,0 0 0,0 0 0,0 0 0,-1 0 0,1 0 0,0 1 0,0-1 0,0 0 0,0 1 0,-1-1 0,1 1 0,0-1 0,-1 1 0,1-1 0,0 1 0,0-1 0,-1 1 0,1 0 0,-1-1 0,1 1 0,-1 0 0,1-1 0,-1 1 0,1 0 0,-1 0 0,0 0 0,1-1 0,-1 1 0,0 0 0,0 1 0,8 16 0,-2-1 0,0 2 0,-1-1 0,-1 1 0,3 25 0,-5-23 0,2 0 0,0-1 0,2 1 0,9 24 0,18 48-1365,-26-71-5461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54.3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63 0 24575,'-56'0'0,"49"0"0,37 0 0,331 0-1365,-337 0-5461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55.8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30 24575,'6'-1'0,"0"0"0,0 0 0,0 0 0,0-1 0,8-3 0,20-5 0,-8 6 0,0 1 0,0 1 0,31 2 0,-49 1 0,-1-1 0,1 1 0,-1 0 0,1 1 0,-1 0 0,1 0 0,-1 0 0,0 1 0,0 0 0,0 1 0,0 0 0,-1 0 0,1 0 0,-1 0 0,8 9 0,-10-8 0,-1 0 0,0 0 0,0 0 0,-1 0 0,0 0 0,0 1 0,0 0 0,0-1 0,-1 1 0,0 0 0,0-1 0,0 1 0,-1 6 0,0 11 0,-5 43 0,5-61 0,-1 0 0,0 0 0,0 0 0,0 0 0,-1 0 0,0 0 0,0-1 0,0 1 0,0-1 0,-1 1 0,0-1 0,0 0 0,0 0 0,-5 5 0,-2-1 0,0 0 0,0-1 0,-1 0 0,-14 7 0,4-3 0,-145 94 0,163-103 0,0 0 0,0 0 0,0 1 0,0-1 0,1 1 0,-1 0 0,1 0 0,-1 0 0,-1 4 0,3-6 0,1 0 0,-1 0 0,1-1 0,0 1 0,0 0 0,-1 0 0,1 0 0,0 0 0,0 0 0,0 0 0,0-1 0,0 1 0,0 0 0,0 0 0,0 0 0,0 0 0,1 0 0,-1 0 0,0-1 0,1 1 0,-1 0 0,0 0 0,1 0 0,-1-1 0,1 1 0,-1 0 0,1 0 0,-1-1 0,1 1 0,0 0 0,-1-1 0,1 1 0,0-1 0,0 1 0,-1-1 0,1 1 0,0-1 0,0 0 0,0 1 0,0-1 0,-1 0 0,1 0 0,0 1 0,0-1 0,1 0 0,12 3-523,1 1-1,0-2 0,0 0 0,0-1 1,17-1-1,77-8-3070,-99 7 3546,64-7 77,149-10-292,-200 18-910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1:58.8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402 78 24575,'0'-2'0,"0"-1"0,0 0 0,0 1 0,0-1 0,-1 1 0,1-1 0,-1 1 0,1-1 0,-1 1 0,0-1 0,0 1 0,0 0 0,0-1 0,-1 1 0,1 0 0,-1 0 0,1 0 0,-1 0 0,0 0 0,0 0 0,1 0 0,-1 1 0,-5-4 0,4 4 0,0 0 0,0 0 0,0 0 0,0 1 0,-1-1 0,1 1 0,0-1 0,0 1 0,-1 0 0,1 0 0,0 1 0,0-1 0,-1 1 0,1-1 0,0 1 0,0 0 0,0 0 0,-4 2 0,-4 2 0,0 0 0,1 0 0,-1 1 0,1 1 0,0 0 0,1 0 0,0 0 0,0 1 0,0 1 0,1 0 0,1 0 0,-1 0 0,1 1 0,1 0 0,0 0 0,0 1 0,1 0 0,1 0 0,-5 13 0,6-15 0,1 0 0,0 0 0,0 0 0,1 0 0,0 0 0,0 0 0,2 15 0,-1-21 0,1 0 0,-1 0 0,1 0 0,0 0 0,0 0 0,0 0 0,1 0 0,-1 0 0,1 0 0,-1-1 0,1 1 0,0-1 0,0 1 0,0-1 0,0 0 0,1 1 0,-1-1 0,0 0 0,1-1 0,0 1 0,-1 0 0,1-1 0,0 1 0,0-1 0,4 1 0,69 19 0,-53-16 0,0 2 0,-1 0 0,41 19 0,-58-23 0,0 0 0,-1 0 0,0 1 0,0 0 0,0 0 0,0 0 0,-1 0 0,1 0 0,-1 1 0,0 0 0,-1-1 0,1 1 0,-1 0 0,0 0 0,0 0 0,0 1 0,1 9 0,-2-12 0,-1 0 0,1 0 0,-1 1 0,0-1 0,0 0 0,0 0 0,0 0 0,-1 0 0,1 0 0,-1 0 0,0 0 0,0 0 0,0 0 0,0 0 0,0 0 0,-1 0 0,0 0 0,1-1 0,-1 1 0,0-1 0,0 1 0,0-1 0,0 0 0,-1 0 0,1 0 0,-1 0 0,1 0 0,-1-1 0,0 1 0,1-1 0,-6 3 0,-12 0 0,1 0 0,-1-1 0,1-1 0,-1-1 0,0 0 0,1-2 0,-23-3 0,-15 1 0,35 3 0,3 0 0,-1-1 0,-20-3 0,36 4 0,0-1 0,0 0 0,0 0 0,0 0 0,1 0 0,-1-1 0,0 0 0,1 1 0,-1-1 0,1-1 0,-1 1 0,1 0 0,0-1 0,0 0 0,-5-5 0,7 7 0,1-1 0,-1 1 0,0-1 0,1 0 0,-1 1 0,1-1 0,-1 1 0,1-1 0,0 0 0,0 1 0,0-1 0,0 0 0,0 1 0,0-1 0,0 0 0,1 1 0,-1-1 0,1 0 0,-1 1 0,1-1 0,-1 1 0,1-1 0,0 1 0,0-1 0,0 1 0,0 0 0,0-1 0,0 1 0,0 0 0,0 0 0,0 0 0,1-1 0,1 0 0,6-5 0,0 0 0,1 0 0,15-7 0,-22 12 0,31-17 0,0 2 0,1 2 0,1 1 0,46-12 0,-73 23 0,1 0 0,-1-1 0,0 0 0,0 0 0,-1-1 0,1 0 0,-1-1 0,0 1 0,-1-2 0,0 1 0,0-1 0,0 0 0,0-1 0,-1 1 0,-1-1 0,1-1 0,-1 1 0,-1-1 0,1 0 0,-1 0 0,-1 0 0,4-13 0,0-3-227,0-1-1,-1 0 1,-2-1-1,0 1 1,-1-36-1,-3 39-6598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19.2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9369 2 24575,'-1'0'0,"1"0"0,0-1 0,-1 1 0,1 0 0,0 0 0,-1 0 0,1 0 0,-1 0 0,1 0 0,-1-1 0,1 1 0,0 0 0,-1 0 0,1 0 0,-1 0 0,1 1 0,-1-1 0,1 0 0,-1 0 0,1 0 0,0 0 0,-1 0 0,1 0 0,-1 1 0,1-1 0,0 0 0,-1 0 0,1 1 0,0-1 0,-1 0 0,1 0 0,0 1 0,-1-1 0,1 0 0,0 1 0,0-1 0,0 1 0,-1-1 0,1 0 0,0 1 0,0-1 0,0 1 0,0-1 0,-1 0 0,1 1 0,0-1 0,0 1 0,-9 26 0,8-24 0,-16 69 0,3 1 0,3 0 0,-2 104 0,14-109 0,0-47 0,-1 0 0,-1 1 0,0-2 0,-6 29 0,6-46 0,0-1 0,0 1 0,0 0 0,-1 0 0,1-1 0,-1 1 0,1 0 0,-1-1 0,0 0 0,0 1 0,0-1 0,0 0 0,-1 0 0,1 0 0,-1-1 0,1 1 0,-1 0 0,1-1 0,-1 1 0,0-1 0,-3 1 0,-6 1 0,0 0 0,-1 0 0,-23 0 0,1 1 0,-52 13 0,-65 7 0,112-20 0,-319 19 0,-206-24 0,524-1 0,0-2 0,1-2 0,-46-12 0,-11-2 0,46 15 0,-1 1 0,-83 6 0,41 0 0,-978-2 0,744-29 0,149 8 0,101 14 0,-575-43 0,-5 46 0,350 6 0,91-2 1782,-291 0-8748,352 0 7620,0 0 3876,71 4-4530,-116 21 0,5-1 0,131-21 0,39-2 0,1 0 0,-1 1 0,1 2 0,-34 9 0,-275 83 0,264-80 0,0-4 0,-135 7 0,125-18 0,-16-1 0,-1 4 0,-136 24 0,30 1 0,57-10 0,57-4 0,-3 1 0,0-3 0,-96-1 0,176-12 0,0 1 0,0 0 0,0 1 0,0 0 0,0 1 0,0 1 0,1-1 0,0 2 0,-1 0 0,1 0 0,1 1 0,-11 7 0,14-8 0,0 0 0,1 0 0,0 1 0,0 0 0,1 0 0,-1 0 0,1 1 0,0 0 0,1 0 0,0 0 0,0 0 0,1 1 0,-1 0 0,2-1 0,-1 1 0,1 0 0,0 0 0,-1 12 0,2 54 0,1-50 0,0 1 0,-8 43 0,2-34-682,-4 68-1,9-79-6143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13.77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57 1 24575,'-2'28'0,"-1"0"0,-2 1 0,-11 41 0,7-33 0,-6 45 0,9 211 0,7-209 0,12 56 0,-1-35 0,4 15 37,-8-67-1439,-4-29-5424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15.6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 1 24575,'-1'0'0,"0"0"0,0 0 0,0 1 0,0-1 0,0 1 0,0-1 0,1 0 0,-1 1 0,0 0 0,0-1 0,0 1 0,1-1 0,-1 1 0,0 0 0,1 0 0,-1-1 0,0 1 0,1 0 0,-1 0 0,1 0 0,-1 0 0,1 0 0,0 0 0,-1-1 0,1 1 0,0 0 0,0 2 0,-6 29 0,6-30 0,-7 104 0,8 107 0,2-68 0,-3 211-1365,0-333-5461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2.6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4562 0 24575,'1'0'0,"0"0"0,-1 0 0,1 0 0,0 0 0,-1 1 0,1-1 0,0 0 0,-1 0 0,1 0 0,-1 0 0,1 1 0,0-1 0,-1 0 0,1 1 0,-1-1 0,1 0 0,-1 1 0,1-1 0,-1 1 0,1-1 0,-1 0 0,1 1 0,-1-1 0,0 1 0,1 0 0,-1-1 0,0 1 0,1-1 0,-1 2 0,0 22 0,-16 20 0,11-36 0,0 0 0,0-1 0,-1 1 0,0-1 0,0 0 0,-1 0 0,0-1 0,0 0 0,0 0 0,-1-1 0,0 0 0,0 0 0,0-1 0,-1 0 0,-9 3 0,-14 4 0,-1-2 0,-62 8 0,51-10 0,37-6 0,-110 20 0,-152 8 0,-622-30 0,249-27 0,416 2 0,91 7 0,-623-44 0,347 62 0,202 2 0,182 1 0,0 0 0,-32 8 0,30-4 0,-47 2 0,41-6 0,1 2 0,-1 2 0,1 1 0,-36 12 0,66-18 0,-1 0 0,0 0 0,0 1 0,0 0 0,1 0 0,-1 0 0,1 1 0,0-1 0,0 1 0,0 0 0,0 0 0,0 1 0,0-1 0,1 1 0,0 0 0,0 0 0,0 0 0,0 0 0,0 0 0,1 0 0,0 1 0,0 0 0,0-1 0,0 1 0,1 0 0,-2 9 0,-18 74 10,12-55-468,1 1-1,-6 58 1,13-69-6368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3.0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24575,'5'0'0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3.3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24575,'5'0'0,"6"0"0,5 0 0,6 0 0,7 0 0,0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3.5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24575,'0'0'-8191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3.7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24575,'5'5'-1303,"6"1"1303,5 0 641,1 4-641,1 0 218,3-2-218,3-2 110,6-3-110,7-1 334,11-1-334,-2 0-8191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3.9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24575,'5'0'0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4.1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24575,'14'0'0,"9"0"0,6 5 0,2 1 0,-4 0-8191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7.10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 0 24575,'666'23'0,"-250"19"-304,377 36-327,-658-66 1315,248 18-7506,-221-20 6450,-59-4-104,182 14 7789,-163-9-6705,497 51-4565,-124-11 1130,-440-45 2998,472 28 6442,992-36-6613,-997-26 0,-51 0 0,-219 30 0,119-4 0,-256-10 0,12-2 0,113-3 0,-236 17 0,-1 0 0,0-1 0,1 1 0,-1 0 0,1 1 0,-1-1 0,0 1 0,1-1 0,5 3 0,-8-2 0,0-1 0,0 1 0,0 0 0,0 0 0,-1 0 0,1 0 0,0 0 0,0 0 0,-1 0 0,1 0 0,-1 0 0,1 0 0,-1 0 0,1 0 0,-1 0 0,1 0 0,-1 0 0,0 1 0,0-1 0,0 0 0,0 0 0,0 0 0,0 0 0,0 1 0,0-1 0,0 0 0,0 0 0,-1 0 0,0 2 0,-4 19 0,-1-1 0,-2-1 0,0 1 0,-14 25 0,11-26 0,1 2 0,2-1 0,-13 44 0,9-13 0,-21 55 0,32-103 0,-1-1 0,0 1 0,0-1 0,0 1 0,-1-1 0,1 0 0,-1 0 0,0 0 0,1 0 0,-1-1 0,-1 1 0,1-1 0,0 0 0,-1 0 0,1 0 0,-1 0 0,1 0 0,-1-1 0,0 0 0,0 0 0,0 0 0,-6 1 0,-11 1 0,1-1 0,-1-1 0,-25-2 0,16 0 0,-116-2 0,-97 1 0,74 20 0,61-5 0,-543 44 0,119-12 0,236-13 0,134-7 0,-4 1 0,-107 3 0,-569 0 0,-103-79 0,-662-108-6455,1363 136 6126,-261-2 4861,189 13-2280,-488-43-3617,723 48-5461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28.7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948 88 24575,'-6'-1'0,"0"0"0,0 0 0,0 0 0,1 0 0,-9-4 0,-15-3 0,-298-31 0,203 29 0,-171-7 0,263 16 0,23 0 0,-1 0 0,1 1 0,-1 0 0,1 1 0,-1 0 0,1 0 0,-16 5 0,25-6 0,0 0 0,-1 0 0,1 1 0,-1-1 0,1 0 0,0 0 0,-1 0 0,1 0 0,0 1 0,-1-1 0,1 0 0,0 1 0,0-1 0,-1 0 0,1 0 0,0 1 0,0-1 0,-1 0 0,1 1 0,0-1 0,0 1 0,0-1 0,-1 0 0,1 1 0,0-1 0,0 0 0,0 1 0,0-1 0,0 1 0,0-1 0,0 0 0,0 1 0,9 13 0,22 10 0,-27-22 0,280 203 0,-208-143 0,107 114 0,-18 14-1365,-149-170-5461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0.02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24575,'4'0'0,"2"9"0,0 8 0,-1 10 0,-2 15 0,-1 4 0,0 9 0,-2 14 0,5 8 0,1-4 0,0 0 0,3-3 0,1-5 0,-2-8 0,-3-10 0,-1-12-8191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1.8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1 24575,'-5'0'0,"-1"4"0,4 7 0,4 11 0,5 5 0,2 4 0,-1 1 0,-1-1 0,2-5 0,0-7-8191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3.3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50 24575,'1'-1'0,"-1"-1"0,0 1 0,1 0 0,0 0 0,-1 0 0,1 0 0,0 0 0,0-1 0,-1 1 0,1 1 0,0-1 0,0 0 0,0 0 0,0 0 0,0 0 0,0 1 0,1-1 0,-1 0 0,0 1 0,1-1 0,30-13 0,-28 13 0,4-2 0,0 0 0,0 1 0,1 0 0,0 0 0,-1 1 0,1 0 0,-1 1 0,18 1 0,-24-1 0,0 0 0,0 1 0,0-1 0,0 1 0,1-1 0,-1 1 0,0 0 0,0 0 0,-1 0 0,1 0 0,0 0 0,0 1 0,0-1 0,-1 0 0,1 1 0,-1-1 0,1 1 0,-1 0 0,1 0 0,-1-1 0,0 1 0,0 0 0,0 0 0,0 0 0,0 0 0,-1 0 0,1 0 0,0 0 0,-1 0 0,0 1 0,1-1 0,-1 0 0,0 0 0,0 0 0,0 0 0,-1 1 0,1-1 0,0 0 0,-1 0 0,0 3 0,-4 15-100,-2 17 322,8-36-284,-1 1 0,0-1 0,0 1 0,0-1 0,1 0 0,-1 1 0,1-1 0,-1 0 0,1 1 0,-1-1 0,1 0 0,0 0 0,0 0 0,0 1 1,0-1-1,-1 0 0,1 0 0,1 0 0,-1 0 0,0-1 0,0 1 0,0 0 0,3 1 0,10 4-6764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3.7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24575,'5'0'0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4.1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24575,'4'0'0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4.3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24575,'5'0'0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4.56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24575,'5'0'0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7.0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17 24575,'1'0'0,"0"0"0,0 0 0,0 0 0,0 0 0,0 0 0,0 0 0,-1 0 0,1 1 0,0-1 0,0 0 0,0 0 0,0 1 0,0-1 0,0 1 0,-1-1 0,1 0 0,0 1 0,0 0 0,0-1 0,-1 1 0,1-1 0,0 2 0,31 19 0,-28-18 0,-1-1 0,33 22 0,57 50 0,-91-73 0,-1 1 0,1-1 0,0 1 0,0 0 0,-1-1 0,1 1 0,-1 0 0,0 0 0,0 0 0,0 0 0,0 1 0,0-1 0,0 0 0,0 0 0,0 1 0,-1-1 0,1 0 0,-1 1 0,0-1 0,0 0 0,0 1 0,0-1 0,0 1 0,0-1 0,-1 0 0,1 1 0,-1-1 0,0 0 0,0 0 0,1 1 0,-3 1 0,1 0 0,-1-1 0,0 0 0,0 1 0,0-1 0,0-1 0,-1 1 0,1 0 0,-1-1 0,1 0 0,-1 0 0,0 0 0,0 0 0,0-1 0,0 1 0,0-1 0,-8 1 0,-1 1 0,0-1 0,0-1 0,0 0 0,0-1 0,0 0 0,0-1 0,0-1 0,-13-2 0,26 4 0,-1 0 0,1 0 0,-1 0 0,1-1 0,-1 1 0,1 0 0,0 0 0,-1 0 0,1 0 0,-1 0 0,1-1 0,0 1 0,-1 0 0,1 0 0,0-1 0,-1 1 0,1 0 0,0 0 0,-1-1 0,1 1 0,0 0 0,0-1 0,-1 1 0,1-1 0,0 1 0,0 0 0,0-1 0,0 1 0,-1 0 0,1-1 0,0 1 0,0-1 0,0 1 0,0-1 0,0 1 0,0 0 0,0-1 0,0 1 0,0-1 0,1 0 0,14-15 0,33-11 0,-46 26 0,12-6 0,1 0 0,-2-1 0,1 0 0,-1-1 0,22-20 0,-33 27 0,0 0 0,0 0 0,0 0 0,0 0 0,-1-1 0,1 1 0,-1-1 0,1 1 0,-1-1 0,0 0 0,0 1 0,0-1 0,0 0 0,0 0 0,-1 0 0,0 0 0,1 1 0,-1-1 0,0 0 0,0 0 0,0 0 0,-1 0 0,1 0 0,-1 0 0,0 0 0,1 1 0,-1-1 0,0 0 0,-1 1 0,1-1 0,0 0 0,-1 1 0,0 0 0,1-1 0,-1 1 0,0 0 0,0 0 0,0 0 0,-4-3 0,-15-12-1365,0 4-5461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38.7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29 24575,'0'-5'0,"4"-1"0,7 0 0,6 2 0,4 0 0,4 2 0,2 1 0,1 1 0,1 0 0,-1 0 0,0 0 0,-4 0-8191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40.6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239 1 24575,'-17'0'0,"0"1"0,-1 1 0,1 1 0,0 0 0,-20 8 0,29-9 0,0 1 0,0 0 0,0 1 0,1 0 0,-1 0 0,1 1 0,0-1 0,0 2 0,0-1 0,1 1 0,0 0 0,-8 10 0,12-14 0,1 0 0,-1 0 0,1 1 0,-1-1 0,1 0 0,0 1 0,0-1 0,0 1 0,0-1 0,1 1 0,-1-1 0,1 1 0,-1 0 0,1-1 0,0 1 0,0-1 0,0 1 0,0 0 0,1-1 0,-1 1 0,1 0 0,0-1 0,-1 1 0,1-1 0,0 1 0,2 1 0,-1-1 0,1 0 0,-1 0 0,1 0 0,-1-1 0,1 1 0,0-1 0,0 0 0,1 0 0,-1 0 0,0 0 0,1-1 0,-1 1 0,0-1 0,1 0 0,0 0 0,-1 0 0,1-1 0,4 1 0,48 2 0,-42-3 0,0 0 0,0 1 0,0 0 0,0 1 0,0 1 0,14 5 0,-24-7 0,-1 1 0,1 0 0,-1 0 0,0 0 0,0 0 0,0 0 0,0 1 0,0-1 0,-1 1 0,1 0 0,-1 0 0,1 0 0,-1 0 0,0 0 0,0 1 0,-1-1 0,1 0 0,-1 1 0,1-1 0,-1 1 0,0 0 0,-1-1 0,1 1 0,0 0 0,-1 0 0,0-1 0,-1 8 0,0-5 0,0 1 0,0-1 0,-1 0 0,0-1 0,0 1 0,-1 0 0,1-1 0,-1 1 0,-1-1 0,1 0 0,-1 0 0,0 0 0,0 0 0,0-1 0,-1 1 0,1-1 0,-1 0 0,-5 3 0,5-4 0,1 1 0,-1-1 0,1 0 0,-1 0 0,0-1 0,0 1 0,0-1 0,0 0 0,-1-1 0,1 1 0,0-1 0,-1 0 0,1-1 0,-1 1 0,1-1 0,-1 0 0,1 0 0,-1-1 0,1 1 0,-9-3 0,12 2 0,0 0 0,1 1 0,-1-1 0,0 0 0,1 0 0,-1 0 0,0 0 0,1-1 0,-1 1 0,1 0 0,0-1 0,-1 1 0,1-1 0,0 1 0,0-1 0,0 1 0,0-1 0,0 0 0,0 0 0,1 1 0,-1-1 0,0 0 0,1 0 0,0 0 0,-1 0 0,1 0 0,0 0 0,0 0 0,0 0 0,0 0 0,0 0 0,0 1 0,1-1 0,-1 0 0,1 0 0,-1 0 0,1 0 0,1-2 0,2-3 0,-1-1 0,1 1 0,1 0 0,-1 0 0,1 1 0,1-1 0,10-9 0,10-7 0,-15 15 0,-1-1 0,1-1 0,-2 1 0,1-2 0,-1 1 0,-1-1 0,0 0 0,0-1 0,-1 0 0,-1 0 0,5-14 0,-9 21-195,-1 1 0,1-1 0,0 1 0,1-1 0,-1 1 0,6-8 0,4 0-6631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41.4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24575,'9'1'0,"-1"0"0,1 1 0,-1-1 0,0 2 0,1-1 0,-1 1 0,0 0 0,0 1 0,10 6 0,65 47 0,-77-53 0,62 43-682,80 43-1,-131-81-6143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42.2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110 13 24575,'0'-5'0,"-5"-1"0,-1 5 0,0 7 0,2 7 0,0 7 0,2 4 0,-4 2 0,-1 2 0,1 1 0,-3-5 0,0-2 0,-4 1 0,1 0 0,3 1 0,2 1 0,3-3-8191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43.0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7 24575,'0'-5'0,"0"4"0,0 6 0,0 7 0,0 6 0,5 5 0,1 7 0,0 4 0,3 1 0,1-2 0,-2-1 0,-2-2 0,-3-1 0,-1-5-8191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53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24575,'4'48'0,"2"-1"0,2 0 0,2 0 0,23 67 0,-2-8 0,-9-1 0,11 144 0,-6-30 0,8 66 0,-24-157 0,-8-76 0,15 75 0,3-28 0,-4 1 0,-5 0 0,0 127 0,-14 516 0,2-739 0,0 0 0,0 0 0,0 1 0,0-1 0,1 0 0,0 0 0,0 0 0,0 0 0,0 0 0,0 0 0,1 0 0,0 0 0,0 0 0,0-1 0,0 1 0,1-1 0,-1 0 0,1 1 0,0-1 0,0 0 0,0 0 0,0-1 0,0 1 0,1-1 0,0 0 0,-1 0 0,1 0 0,0 0 0,0 0 0,0-1 0,0 0 0,0 0 0,0 0 0,0 0 0,0 0 0,5-1 0,689 122-6758,-672-117 6732,66 11 1722,1-4 0,1-4 0,102-5 0,-133-4-1696,332 1 0,-216 14 0,52 1 0,1597-16 0,-1823 1 0,0 0 0,1 1 0,-1-1 0,0 1 0,0 0 0,0 1 0,0-1 0,0 1 0,0 0 0,0 0 0,-1 1 0,1-1 0,-1 1 0,1 0 0,6 6 0,-4-2 0,0 1 0,-1 0 0,1 1 0,-2-1 0,1 1 0,-1 1 0,4 10 0,35 100 0,-33-84 0,2-1 0,21 44 0,-31-77-1365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2:57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495 1 24575,'-6'7'0,"0"1"0,1-1 0,0 1 0,0 1 0,0-1 0,1 1 0,1 0 0,-4 10 0,-18 77 0,23-86 0,-52 238 0,47-200 0,3-1 0,1 2 0,5 68 0,0-24 0,-3 105 0,3 185 0,5-308 0,3 0 0,36 138 0,-38-177 0,-2 0 0,3 69 0,-10 77 0,-2-66 0,5 36 0,-5 151 0,-2-260 0,-3 0 0,-1-1 0,-2-1 0,-22 54 0,-20 78 0,36-105 0,-12 70 0,28-131 0,-1 0 0,0 0 0,0 0 0,-1 0 0,0 0 0,0 0 0,0-1 0,-1 0 0,-6 8 0,-6 7 0,-26 23 0,-3 5 0,-2 2-47,30-34 118,-22 29 0,35-40-233,0 0-1,0 1 1,0-1 0,1 1 0,0 0 0,0 0-1,1 0 1,-4 14 0,4 2-6664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0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8306 1 24575,'4'9'0,"3"16"0,5 93 0,-4 1 0,-10 137 0,0-89 0,3-112 0,0-19 0,-4 47 0,2-71 0,-1 0 0,0-1 0,-1 1 0,-1-1 0,1 0 0,-2 0 0,0 0 0,-6 11 0,-22 28 0,-1-3 0,-3 0 0,-64 62 0,26-39 0,-100 71 0,96-83 0,-2-5 0,-2-2 0,-3-5 0,-132 52 0,6-23 0,-3-11 0,-306 52 0,-461 1 0,632-99 0,195-11 0,-196 3 0,-582-59 0,756 40 0,12 1 0,57-3 0,-1 6 0,1 4 0,-1 5 0,1 4 0,0 5 0,-194 50 0,-130 30 0,62-17 0,-64 25 0,350-80 0,1 3 0,-151 67 0,171-61 0,-98 48 0,115-52 0,-27 13 0,-124 88 0,189-119 9,-1 0-1,1 0 1,1 0-1,0 1 1,0 0 0,1 1-1,0 0 1,0 0-1,1 0 1,1 0-1,-1 1 1,2 0-1,-5 18 1,3 1-380,0 1-1,2 0 1,2 53 0,1-60-6455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1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24575,'8'-1'0,"-1"0"0,1-1 0,0 0 0,-1 0 0,13-6 0,6-2 0,37-6 0,108-16 0,66 10 0,-211 20 0,700-11-5493,-447 16 4202,1847-3 8075,-1904-15-6784,-11 1 0,431 13 97,-286 3-1559,-334-2-5364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4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24575,'12'1'0,"-1"0"0,0 0 0,0 1 0,0 1 0,-1 0 0,1 0 0,0 1 0,-1 0 0,0 1 0,0 0 0,9 7 0,13 10 0,52 49 0,-48-40 0,-24-19 0,0 1 0,18 25 0,-22-27 0,1 0 0,0-1 0,0 0 0,1 0 0,13 9 0,-13-12 0,-1 0 0,0 0 0,16 17 0,-21-19 0,-1 0 0,1 0 0,-1 1 0,0-1 0,-1 0 0,1 1 0,-1 0 0,0 0 0,1 8 0,-2-8 0,0-1 0,1 1 0,0-1 0,-1 0 0,2 0 0,-1 0 0,1 0 0,-1 0 0,1-1 0,1 1 0,-1-1 0,0 1 0,1-1 0,0-1 0,5 5 0,-2-3 0,0-2 0,0 1 0,0-1 0,0 0 0,1 0 0,-1-1 0,1 0 0,0 0 0,-1-1 0,12 1 0,329 1 0,-197-6 0,1449 1 0,-855 3 0,-514-15 0,12 0 0,22 12 0,200 5 0,-391 7 0,-54-7 0,0 0 0,26 0 0,-43-3 0,0-1 0,1 1 0,-1-1 0,0 0 0,0 0 0,0 0 0,0-1 0,0 1 0,0-1 0,0 0 0,0 1 0,-1-1 0,1 0 0,0-1 0,-1 1 0,0 0 0,0-1 0,0 1 0,3-5 0,4-7 0,-1 0 0,12-27 0,-10 17 0,-3 9 0,1 1 0,0-1 0,1 1 0,1 1 0,0 0 0,0 0 0,1 1 0,20-17 0,-5 8-119,-1 2-130,-1-2 0,-1 0-1,-1-1 1,36-47 0,-39 41-6577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 24575,'-9'0'0,"0"0"0,-1 1 0,1 0 0,-1 0 0,1 1 0,-12 4 0,19-5 0,0-1 0,0 1 0,0 0 0,0 0 0,1 0 0,-1 0 0,0 0 0,1 1 0,-1-1 0,1 0 0,-1 1 0,1-1 0,0 1 0,0 0 0,0-1 0,-1 1 0,1 0 0,1 0 0,-1 0 0,0-1 0,0 1 0,1 0 0,-1 0 0,1 0 0,0 0 0,-1 0 0,1 0 0,0 0 0,0 0 0,0 0 0,1 0 0,-1 0 0,0 0 0,1 0 0,-1 0 0,2 2 0,-1-1 0,0-1 0,0 1 0,1-1 0,-1 1 0,1-1 0,-1 0 0,1 0 0,0 0 0,0 0 0,0 0 0,0 0 0,4 2 0,35 20 0,-17-10 0,-8-5 0,1-1 0,30 11 0,-33-14 0,0 1 0,-1 0 0,1 0 0,-1 2 0,15 10 0,-27-17 0,0-1 0,0 1 0,0 0 0,0 0 0,0 0 0,0 0 0,0 0 0,0 1 0,0-1 0,0 0 0,0 0 0,-1 1 0,1-1 0,0 0 0,-1 1 0,1-1 0,-1 0 0,0 1 0,1-1 0,-1 1 0,0-1 0,0 1 0,0-1 0,0 1 0,0-1 0,0 0 0,-1 1 0,1-1 0,0 1 0,-1-1 0,1 1 0,-1-1 0,1 0 0,-1 1 0,0-1 0,0 0 0,1 0 0,-1 0 0,0 1 0,0-1 0,0 0 0,0 0 0,0 0 0,0 0 0,-1-1 0,1 1 0,-2 1 0,2-1 0,-1 0 0,0 0 0,1 0 0,-1 0 0,0-1 0,0 1 0,0 0 0,1-1 0,-1 0 0,0 1 0,0-1 0,0 0 0,0 0 0,0 0 0,0 0 0,0 0 0,1 0 0,-1-1 0,0 1 0,0 0 0,0-1 0,0 0 0,1 1 0,-1-1 0,0 0 0,0 0 0,1 0 0,-1 0 0,1 0 0,-1-1 0,1 1 0,0 0 0,-1-1 0,1 1 0,0-1 0,0 1 0,-2-3 0,0-4 11,0-1 0,0 0 0,0 1 0,1-1 0,0 0 0,1 0-1,0 0 1,1-1 0,0 1 0,1-16 0,2-1-506,1 1 0,12-38 0,-11 44-6331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7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24575,'5'0'0,"6"0"0,6 0 0,4 0 0,4 0 0,2 0 0,1 5 0,1 1 0,-5 4 0,-2 1 0,0 3 0,1-1 0,1 2 0,-3 3 0,-1-1 0,-4-4-8191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8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6 24575,'0'-4'0,"0"2"0,0 7 0,0 8 0,0 5 0,0 5 0,0 2 0,0 3 0,-5 0 0,-1 1 0,0 0 0,2-1 0,0 0 0,2-5-8191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08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24575,'5'0'0,"5"0"0,2 5 0,3 6 0,0 6 0,-4 5 0,2 2 0,-2 3 0,-2 1 0,-4 1 0,-1 0 0,2-1 0,1 0 0,-2-5-8191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0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24575,'-4'0'0,"-7"0"0,-1 0-8191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0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24575,'4'0'0,"7"0"0,6 0 0,0 4 0,2 2 0,-3 0-8191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0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24575,'5'0'0,"5"0"0,7 0 0,4 0 0,4 0 0,-2 0-8191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0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24575,'5'0'0,"6"0"0,1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1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24575,'5'0'-5603,"6"0"5603,6 0 2578,0 0-7744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1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24575,'4'0'0,"7"0"0,6 0 0,0 0-8191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1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1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24575,'5'0'0,"6"0"0,6 0 0,-1 0-8191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3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31 24575,'0'0'0,"0"0"0,-1-1 0,1 1 0,0 0 0,-1-1 0,1 1 0,0 0 0,0-1 0,-1 1 0,1 0 0,0-1 0,0 1 0,-1-1 0,1 1 0,0 0 0,0-1 0,0 1 0,0-1 0,0 1 0,0-1 0,0 1 0,0-1 0,0 1 0,0 0 0,0-1 0,0 1 0,0-1 0,0 1 0,0-1 0,0 1 0,0 0 0,1-1 0,-1 0 0,15-7 0,25 2 0,-39 6 0,51-3 0,90 6 0,-139-2 0,1 0 0,-1 0 0,1 0 0,-1 0 0,1 1 0,-1-1 0,0 1 0,0 0 0,0 0 0,0 0 0,0 0 0,0 1 0,0-1 0,-1 1 0,1-1 0,-1 1 0,0 0 0,0 0 0,0 0 0,0 1 0,-1-1 0,1 0 0,-1 1 0,0-1 0,1 0 0,0 7 0,2 9 0,-1 1 0,0 0 0,0 30 0,-3-44 0,0 207-1365,0-181-5461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4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24575,'5'0'0,"6"0"0,10 0 0,7 0 0,7 0 0,3 0 0,-1 0 0,-1 0 0,-3 0 0,-7 0-8191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5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24575,'0'411'0,"0"-407"0,0 0 0,0 1 0,0-1 0,0 0 0,1 0 0,0 1 0,0-1 0,0 0 0,0 0 0,1 0 0,-1 0 0,1 0 0,5 7 0,-5-9 0,1 0 0,-1 0 0,1 1 0,0-2 0,0 1 0,0 0 0,0-1 0,1 1 0,-1-1 0,0 0 0,0 0 0,1 0 0,-1-1 0,1 1 0,-1-1 0,1 0 0,5 0 0,166-3 134,-44 0-1633,-106 3-5327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5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5 24575,'0'-1'0,"-1"1"0,1 0 0,0-1 0,0 1 0,-1 0 0,1 0 0,0-1 0,0 1 0,-1 0 0,1 0 0,0 0 0,0 0 0,-1-1 0,1 1 0,0 0 0,-1 0 0,1 0 0,0 0 0,-1 0 0,1 0 0,0 0 0,-1 0 0,1 0 0,0 0 0,-1 0 0,1 0 0,0 0 0,-1 0 0,1 0 0,0 0 0,-1 0 0,1 0 0,0 0 0,-1 1 0,1-1 0,0 0 0,-1 0 0,1 1 0,-7 14 0,2 22 0,6-11 0,1-1 0,7 29 0,1 28 0,-9-64 0,0 1 0,0 0 0,1-1 0,0 1 0,2 0 0,0-1 0,11 28 0,-5-20-1365,-1-3-5461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6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24575,'2'0'0,"-1"1"0,0-1 0,1 1 0,-1-1 0,0 1 0,1 0 0,-1-1 0,0 1 0,0 0 0,1 0 0,-1 0 0,0 0 0,0 0 0,0 0 0,0 0 0,0 0 0,-1 1 0,1-1 0,1 2 0,12 27 0,-8-12 0,-1 0 0,5 36 0,-8-39 0,0 0 0,1 0 0,1-1 0,1 1 0,6 15 0,-11-29 0,0-1 0,0 1 0,0-1 0,1 0 0,-1 1 0,0-1 0,0 1 0,0-1 0,0 0 0,1 1 0,-1-1 0,0 1 0,1-1 0,-1 0 0,0 1 0,0-1 0,1 0 0,-1 1 0,0-1 0,1 0 0,-1 0 0,1 1 0,-1-1 0,0 0 0,1 0 0,-1 0 0,1 0 0,-1 0 0,1 1 0,-1-1 0,1 0 0,-1 0 0,0 0 0,2 0 0,5-15 0,-2-25 0,-4 31 0,-1-3 0,1 0 0,0 0 0,1 0 0,0 0 0,5-13 0,-7 22 0,1 1 0,0-1 0,0 1 0,1 0 0,-1-1 0,0 1 0,1 0 0,0 0 0,-1 0 0,1 0 0,0 0 0,0 1 0,0-1 0,0 0 0,0 1 0,0-1 0,1 1 0,-1 0 0,1 0 0,-1 0 0,0 0 0,1 0 0,-1 0 0,1 1 0,0 0 0,-1-1 0,1 1 0,0 0 0,-1 0 0,4 0 0,-1 1 0,1 0 0,-1 0 0,0 1 0,0-1 0,0 1 0,0 0 0,0 1 0,0-1 0,0 1 0,-1 0 0,1 0 0,-1 1 0,0-1 0,0 1 0,0 0 0,0 0 0,3 5 0,7 11 0,0 0 0,16 36 0,-12-23 0,-3-5 0,24 58 0,-38-84 0,-1 1 0,1-1 0,0 0 0,0 1 0,0-1 0,0 0 0,0 0 0,1 0 0,-1 0 0,4 3 0,-5-5 0,0 0 0,0 0 0,1 0 0,-1 0 0,0 0 0,1 0 0,-1 0 0,0 0 0,1 0 0,-1 0 0,0 0 0,1-1 0,-1 1 0,0 0 0,1 0 0,-1 0 0,0 0 0,0 0 0,1-1 0,-1 1 0,0 0 0,0 0 0,1-1 0,-1 1 0,0 0 0,0 0 0,0-1 0,0 1 0,1 0 0,-1 0 0,0-1 0,0 1 0,0 0 0,0-1 0,0 1 0,0 0 0,0-1 0,0 1 0,0 0 0,0-1 0,0 1 0,0-1 0,2-7 0,-1-1 0,0 0 0,-1 0 0,0-14 0,-9-66 0,-2-74 0,11 160 0,0 1 0,0-1 0,0 0 0,0 0 0,1 0 0,-1 1 0,1-1 0,0 0 0,0 1 0,0-1 0,0 1 0,0-1 0,1 1 0,-1-1 0,1 1 0,0 0 0,-1 0 0,3-3 0,-2 4 0,0 0 0,-1 0 0,1 1 0,0-1 0,0 0 0,0 1 0,0-1 0,-1 1 0,1-1 0,0 1 0,0 0 0,0 0 0,0 0 0,0 0 0,0 0 0,0 0 0,0 0 0,0 1 0,0-1 0,-1 1 0,1 0 0,0-1 0,0 1 0,0 0 0,-1 0 0,3 1 0,8 6 0,0 1 0,0-1 0,-1 2 0,-1 0 0,1 0 0,10 14 0,-2 1 0,30 49 0,-42-61-170,0 0-1,-1 1 0,-1 0 1,0 0-1,0 0 0,-1 0 1,3 27-1,-5-16-6655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7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24575,'2'19'0,"0"0"0,2 0 0,0 0 0,11 31 0,37 84 0,-43-112 0,20 32 0,-25-47 0,0-1 0,1 1 0,-1-1 0,1 0 0,1-1 0,-1 1 0,1-1 0,11 8 0,-16-13 0,-1 1 0,1 0 0,0-1 0,0 1 0,0-1 0,0 1 0,0-1 0,0 0 0,0 1 0,0-1 0,1 0 0,-1 0 0,0 0 0,0 0 0,0 0 0,0 0 0,0 0 0,0 0 0,0 0 0,0 0 0,0-1 0,0 1 0,0 0 0,1-1 0,-1 1 0,1-2 0,0 1 0,-1-1 0,1 1 0,-1-1 0,0 0 0,0 0 0,0 0 0,0 1 0,0-1 0,0 0 0,0 0 0,-1 0 0,2-5 0,0-7 0,0 0 0,-1 0 0,-1-19 0,0 25 0,1-32-227,-3-1-1,-1 1 1,-2 0-1,-1 1 1,-14-46-1,10 55-6598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8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24575,'5'0'0,"6"0"0,6 0 0,9 5 0,5 6 0,2 1 0,4 8 0,1 5 0,-1-2 0,-3 1 0,-2 0 0,-7 0 0,-3 2 0,0 0 0,-4 1 0,-1-4 0,-2-2 0,-5-4-8191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18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1 24575,'-2'0'0,"0"0"0,0 1 0,0-1 0,0 1 0,0 0 0,0 0 0,1 0 0,-1 0 0,0 0 0,0 0 0,1 0 0,-1 0 0,1 1 0,-1-1 0,1 1 0,-1-1 0,1 1 0,0-1 0,0 1 0,-2 3 0,-17 38 0,10-9 0,2-1 0,1 1 0,-3 39 0,-1 5 0,2-27-115,-1 5-302,1 0 1,1 65-1,8-98-6409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25.85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24575,'2'11'0,"0"0"0,0 0 0,1 0 0,0 0 0,1-1 0,0 1 0,1-1 0,9 16 0,1 2 0,11 29 0,4-1 0,69 101 0,-84-138 0,0-1 0,1-1 0,1 0 0,0-1 0,1-1 0,1-1 0,0 0 0,1-1 0,1-2 0,0 0 0,25 10 0,914 287 0,-762-250-3392,364 58 0,-93-67 6536,47 7 496,914 73-3640,-1235-120-516,257 5-6251,-176-10 7234,874-3-1786,578-2 6628,-150 0-2483,-1086 34-10213,-259-12 7990,17 2 1047,8 1 3647,-85-14-5460,-167-11 163,0 1 0,0 1 0,1-1 0,-1 1 0,0 0 0,0 0 0,0 1 0,0-1 0,0 2 0,-1-1 0,1 0 0,0 1 0,-1 0 0,0 0 0,0 1 0,0 0 0,0 0 0,0 0 0,-1 0 0,0 1 0,7 8 0,26 31 0,-20-25 0,0 2 0,16 26 0,-28-38 0,0 0 0,-1 0 0,0 0 0,0 1 0,-1 0 0,-1 0 0,0-1 0,0 1 0,1 14 0,0 124 839,-6 75-6211,0-28 2887,3-149 1312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35.4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24575,'2'25'0,"1"-1"0,2 0 0,1 0 0,0-1 0,2 1 0,17 35 0,0 6 0,55 200 0,-28-83 0,-51-179 0,2 10 0,2 0 0,-1-1 0,2 1 0,8 14 0,-11-23 0,-1 0 0,1-1 0,0 1 0,0-1 0,1 0 0,-1 0 0,1 0 0,-1 0 0,1-1 0,0 1 0,0-1 0,0 0 0,0 0 0,1 0 0,-1-1 0,9 2 0,82 12 0,124 5 0,-131-15 0,1144 113 0,-1193-114 0,10 1 0,1 1 0,81 23 0,220 49 0,-163-42 0,-34 7 0,14 4 0,-70-31 0,130 5 0,254 42 0,-399-49 0,469 111 0,-497-111 0,432 77 0,9-38 0,-66-8 0,-116 6 0,126 12 0,-75-19 0,-273-30 0,133 15 0,67 10 0,-284-38 0,1 0 0,-1 1 0,1 0 0,-1 1 0,0 0 0,0 0 0,10 5 0,-16-6 0,1 0 0,-1 0 0,1 0 0,-1 0 0,0 0 0,0 1 0,0-1 0,0 1 0,-1-1 0,1 1 0,0 0 0,-1 0 0,0-1 0,0 1 0,0 0 0,0 0 0,0 0 0,-1 0 0,1 1 0,-1-1 0,0 0 0,0 5 0,-1 19 0,-1 0 0,-2 0 0,-1 0 0,-14 45 0,-47 100 0,56-150 0,-8 39 134,6-14-1633,6-30-5327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36.88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12 24575,'0'-1'0,"1"0"0,-1 0 0,1 1 0,-1-1 0,1 0 0,-1 1 0,1-1 0,0 0 0,0 1 0,-1-1 0,1 1 0,0-1 0,0 1 0,-1-1 0,1 1 0,0 0 0,0-1 0,0 1 0,0 0 0,0 0 0,0 0 0,0-1 0,0 1 0,-1 0 0,1 0 0,0 0 0,0 1 0,0-1 0,0 0 0,0 0 0,0 0 0,0 1 0,0-1 0,-1 0 0,1 1 0,0-1 0,0 1 0,0-1 0,-1 1 0,1-1 0,0 1 0,-1 0 0,1-1 0,0 1 0,-1 0 0,1-1 0,-1 1 0,1 0 0,-1 0 0,1 0 0,-1-1 0,0 1 0,1 0 0,-1 0 0,0 0 0,0 0 0,1 0 0,-1 1 0,3 9 0,-1 1 0,0-1 0,1 18 0,-2-25 0,5 468 0,-9-270 0,1-93 0,5 134 0,9-134 0,3 37 0,-16 111-1365,1-234-5461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0.2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1 338 24575,'1001'-16'0,"-868"10"0,448-31 0,-483 26 0,463-29 0,154 31-1130,-527 2-3682,348-22 3623,-305 11-3000,499-49 13957,-418 35-15000,-55 12 4479,348 12 8164,-405 9-7285,-165-3-126,0-2 0,0-1 0,38-11 0,-36 7 0,-35 9 0,0-1 0,0 1 0,0-1 0,0 1 0,0 0 0,0 0 0,0-1 0,0 1 0,0 1 0,0-1 0,0 0 0,0 0 0,0 1 0,0-1 0,0 1 0,-1 0 0,1-1 0,0 1 0,0 0 0,0 0 0,-1 0 0,1 0 0,-1 1 0,1-1 0,-1 0 0,1 1 0,-1-1 0,0 1 0,1-1 0,0 3 0,-1 0 0,1-1 0,-1 1 0,0 0 0,-1-1 0,1 1 0,-1 0 0,1 0 0,-1-1 0,0 1 0,-1 0 0,1 0 0,-1-1 0,1 1 0,-1 0 0,-2 5 0,-7 16 0,-1 0 0,-26 42 0,-1 2 0,-54 89 0,75-126 0,15-28 0,1 0 0,-1 0 0,0 0 0,0-1 0,0 1 0,0-1 0,0 1 0,-1-1 0,0 0 0,0 0 0,0 0 0,0 0 0,0 0 0,0-1 0,-1 1 0,1-1 0,-1 0 0,0 0 0,0 0 0,-6 2 0,-24 1 0,1-2 0,-1-1 0,1-1 0,-36-5 0,-1 2 0,-773 20 0,792-13 0,0 1 0,-90 25 0,101-23 0,1-1 0,-1-2 0,0-2 0,-1-2 0,-43-4 0,-32 2 0,33 3 0,0 5 0,1 2 0,0 5 0,-128 37 0,116-24 29,-1-4 1,-156 17-1,-199-9-922,400-28 568,-530 11-5786,1-16 6796,111-1 5871,397 4-6556,-80-3 0,145 1 0,0 0 0,0 0 0,0-1 0,1 0 0,-1 0 0,1 0 0,-1 0 0,1-1 0,0 0 0,-5-4 0,-45-41 0,22 17 0,-217-174 0,229 187-240,1-1-1,-32-41 1,43 50-404,-6-8-6182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1.9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45 0 24575,'1'1'0,"0"-1"0,0 1 0,1-1 0,-1 1 0,0-1 0,0 1 0,0 0 0,0 0 0,0-1 0,0 1 0,0 0 0,0 0 0,0 0 0,-1 0 0,1 0 0,0 1 0,0-1 0,-1 0 0,1 0 0,-1 0 0,1 0 0,-1 1 0,0-1 0,1 0 0,-1 1 0,0-1 0,0 2 0,5 42 0,-5-40 0,0 348 0,-17-234 0,8-63 0,-29 103-1365,31-136-5461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2.6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 24575,'4'0'0,"7"0"0,6-5 0,4-1 0,0 0-8191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2.9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24575,'5'0'0,"5"0"0,7 0 0,4 0 0,4 0 0,2 0 0,6 0 0,1 0 0,5 0 0,-4 0-8191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3.25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 24575,'5'-5'0,"6"-1"0,1 0-8191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5.3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39 56 24575,'0'0'0,"0"-1"0,0 1 0,0-1 0,0 1 0,0 0 0,0-1 0,0 1 0,0-1 0,0 1 0,0-1 0,0 1 0,0 0 0,-1-1 0,1 1 0,0-1 0,0 1 0,0 0 0,-1-1 0,1 1 0,0 0 0,0-1 0,-1 1 0,1 0 0,0-1 0,-1 1 0,1 0 0,0 0 0,-1-1 0,1 1 0,0 0 0,-1 0 0,1 0 0,-1-1 0,1 1 0,-1 0 0,1 0 0,0 0 0,-1 0 0,1 0 0,-1 0 0,1 0 0,-1 0 0,1 0 0,0 0 0,-1 0 0,1 0 0,-1 0 0,1 0 0,-1 1 0,1-1 0,0 0 0,-1 0 0,1 0 0,0 1 0,-1-1 0,0 1 0,-1 0 0,0 0 0,1 0 0,-1 0 0,0 0 0,0 1 0,1-1 0,-1 1 0,0-1 0,1 1 0,-2 2 0,3-2 0,-1 0 0,1 0 0,-1 0 0,1 0 0,0 0 0,0 0 0,0 0 0,0 0 0,0 0 0,1 0 0,-1 0 0,1 0 0,-1 0 0,1 0 0,0 0 0,0 0 0,-1 0 0,1 0 0,1 0 0,-1-1 0,0 1 0,0-1 0,1 1 0,-1 0 0,0-1 0,1 0 0,0 1 0,-1-1 0,4 2 0,7 6 0,1-1 0,24 13 0,-32-19 0,40 16 0,-37-16 0,0 1 0,-1 0 0,1 0 0,-1 0 0,0 1 0,0 0 0,0 1 0,0-1 0,9 10 0,-15-14 0,-1 1 0,1 0 0,0 0 0,-1 0 0,1-1 0,-1 1 0,0 0 0,1 0 0,-1 0 0,0 0 0,1 0 0,-1 0 0,0-1 0,0 1 0,0 0 0,0 0 0,0 0 0,0 0 0,0 0 0,0 0 0,0 0 0,0 0 0,0 0 0,-1 0 0,1 0 0,0 0 0,-1 0 0,1-1 0,0 1 0,-1 0 0,1 0 0,-1 0 0,0-1 0,1 1 0,-1 0 0,0-1 0,1 1 0,-1 0 0,0-1 0,-1 2 0,1-1 0,-1-1 0,1 1 0,0 0 0,-1-1 0,1 1 0,-1-1 0,1 1 0,-1-1 0,1 1 0,-1-1 0,1 0 0,-1 0 0,1 0 0,-1 0 0,1 0 0,-1 0 0,0 0 0,1-1 0,-1 1 0,1 0 0,0-1 0,-1 1 0,1-1 0,-1 0 0,-1-1 0,1 1 0,-1-2 0,1 1 0,0 0 0,0 0 0,0-1 0,0 1 0,1-1 0,-1 0 0,1 1 0,-1-1 0,1 0 0,0 0 0,0 0 0,0 0 0,0 0 0,1 0 0,-1 0 0,1 0 0,0 0 0,0 0 0,0 0 0,0 0 0,2-7 0,1-4 0,1 0 0,0 0 0,13-26 0,-4 7 0,-12 32-38,0-1 0,0 0 0,0 0 1,0 0-1,-1 0 0,1 0 0,-1 0 0,0 0 0,1 0 0,-1 0 0,0 0 0,0 0 0,0 0 0,0 0 0,-1 1 0,1-1 1,0 0-1,-1 0 0,0 0 0,1 0 0,-1 0 0,0 0 0,0 0 0,0 1 0,0-1 0,0 0 0,0 1 0,-1-1 0,1 1 1,0-1-1,-1 1 0,1 0 0,-1 0 0,0-1 0,-1 0 0,-14-4-6788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5.9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24575,'5'0'0,"6"0"0,5 0 0,6 4 0,2 3 0,-1 3 0,-1 1 0,1 3 0,0-1 0,-3 1 0,0 5 0,1-3 0,1-2 0,-2-5-8191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6.5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139 6 24575,'0'-4'0,"-5"2"0,-1 7 0,-5 7 0,0 6 0,-3 1 0,1 0 0,3 3 0,2 2 0,-1-4 0,1 0 0,-3 2 0,0 1 0,2 1 0,3 2 0,2 0 0,2-4-8191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3:47.2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7 24575,'5'-5'0,"1"4"0,0 6 0,-2 7 0,4 10 0,1 7 0,-2 8 0,2-3 0,1 2 0,-2 0 0,-3-2 0,-1-2 0,-2-2 0,-2-1 0,0-5-8191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04.74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443 1 24575,'-14'0'0,"1"2"0,-1 0 0,1 0 0,0 1 0,0 1 0,0 0 0,0 0 0,1 2 0,-1-1 0,-14 11 0,9-5 0,1 2 0,0 0 0,0 0 0,2 2 0,-27 30 0,36-36 0,0 1 0,1-1 0,0 1 0,0-1 0,1 2 0,0-1 0,1 0 0,0 1 0,1-1 0,0 1 0,0 0 0,2 0 0,0 21 0,1-10 0,1 0 0,1 0 0,1 0 0,1 0 0,14 38 0,-1-20 0,35 59 0,-35-70 0,-2 0 0,-1 1 0,-2 1 0,12 35 0,49 193 0,-72-250 0,0-1 0,0 1 0,-1 0 0,0-1 0,-1 1 0,0 0 0,-1-1 0,0 1 0,0 0 0,0-1 0,-1 1 0,-1-1 0,-3 11 0,1-8 0,0-1 0,-1 0 0,0 0 0,-1 0 0,0-1 0,0 0 0,-1-1 0,0 1 0,-14 11 0,9-13 0,0 1 0,0-1 0,0-1 0,-1-1 0,0 0 0,0 0 0,-19 2 0,-8 5 0,32-9 0,0-1 0,0 0 0,0 0 0,0 0 0,0-1 0,-10 0 0,17-1 0,0-1 0,0 1 0,-1 0 0,1-1 0,0 1 0,0-1 0,0 0 0,0 0 0,1 0 0,-1 0 0,0 0 0,0 0 0,0 0 0,1 0 0,-1-1 0,1 1 0,-1-1 0,1 1 0,-1-1 0,1 0 0,0 0 0,0 1 0,0-1 0,0 0 0,0 0 0,0 0 0,1 0 0,-1 0 0,1 0 0,-1 0 0,0-4 0,0-1 0,1 1 0,-1-1 0,1 0 0,0 1 0,1-1 0,-1 0 0,1 1 0,1-1 0,-1 1 0,1 0 0,0-1 0,0 1 0,7-12 0,-7 15 0,0 1 0,0-1 0,0 0 0,0 1 0,0-1 0,1 1 0,-1 0 0,1-1 0,0 1 0,0 0 0,0 1 0,0-1 0,0 0 0,0 1 0,0 0 0,0 0 0,0 0 0,1 0 0,-1 0 0,0 1 0,1-1 0,-1 1 0,1 0 0,-1 0 0,0 0 0,1 1 0,-1-1 0,6 2 0,-3 0 0,0 1 0,-1-1 0,0 1 0,0 0 0,0 1 0,0-1 0,0 1 0,-1 0 0,1 0 0,-1 0 0,0 1 0,5 8 0,7 9 0,17 31 0,-33-52 0,23 42 0,-3 1 0,-2 0 0,-1 1 0,-3 1 0,-2 0 0,-1 1 0,-3 1 0,-2-1 0,1 87 0,-20 153 0,6-220 0,-4-1 0,-24 83 0,16-81 0,2 0 0,4 1 0,2 1 0,-2 134 0,12-163 0,0-23 0,1 0 0,0 1 0,5 25 0,-5-39 0,1-1 0,0 0 0,1 0 0,-1 0 0,1 0 0,-1 0 0,1 0 0,0 0 0,1-1 0,-1 1 0,1-1 0,-1 0 0,1 1 0,0-1 0,0 0 0,0-1 0,1 1 0,-1 0 0,8 3 0,3 0 0,1 0 0,0-1 0,1-1 0,-1 0 0,1-1 0,28 2 0,101-6 0,-74-1 0,18 1-1365,-66 1-5461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05.730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708 22 24575,'0'-1'0,"-1"0"0,1 0 0,0 0 0,-1 0 0,1 1 0,0-1 0,-1 0 0,1 0 0,-1 0 0,1 1 0,-1-1 0,1 0 0,-1 1 0,0-1 0,1 0 0,-1 1 0,0-1 0,0 1 0,1-1 0,-1 1 0,0-1 0,0 1 0,0 0 0,1-1 0,-1 1 0,0 0 0,0 0 0,-1-1 0,-27-3 0,28 4 0,-19 1 0,-1 1 0,1 1 0,0 1 0,0 1 0,0 0 0,-33 14 0,5-2 0,-32 14 0,62-22 0,0-2 0,0 0 0,-1-1 0,0-1 0,0 0 0,-26 1 0,-84-6-25,81-1-1315,24 0-5486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06.58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377 0 24575,'-85'90'0,"28"-26"0,-94 117 0,136-158 0,2 0 0,0 1 0,2 0 0,-17 52 0,27-74 0,0 0 0,1 1 0,-1-1 0,1 0 0,0 1 0,0-1 0,0 0 0,0 1 0,0-1 0,0 1 0,1-1 0,-1 0 0,1 1 0,-1-1 0,1 0 0,0 1 0,0-1 0,0 0 0,0 0 0,1 0 0,-1 0 0,1 0 0,-1 0 0,1-1 0,3 4 0,4 2 0,0-1 0,0 0 0,0-1 0,18 8 0,11 6 0,-16-6-1365,-3-2-5461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07.849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228 1 24575,'-34'40'0,"1"8"0,3 1 0,1 2 0,3 1 0,-32 87 0,53-115 0,0 0 0,2 1 0,0-1 0,2 1 0,1-1 0,0 1 0,2-1 0,8 37 0,-5-39 0,2 0 0,0 0 0,1-1 0,2 0 0,0-1 0,1 0 0,1-1 0,22 28 0,-29-42 0,0 0 0,0 0 0,1 0 0,-1-1 0,1 0 0,0 0 0,1-1 0,-1 0 0,0 0 0,1 0 0,0-1 0,0 0 0,0 0 0,9 1 0,2-1 0,0 0 0,0-1 0,0-1 0,27-3 0,-42 3 0,-1-1 0,0 1 0,1 0 0,-1-1 0,0 1 0,0-1 0,1 0 0,-1 0 0,0 0 0,0 0 0,0 0 0,0 0 0,0 0 0,0-1 0,0 1 0,0-1 0,-1 0 0,3-1 0,-3 1 0,0 0 0,-1 0 0,1 0 0,0 0 0,-1 0 0,1 0 0,-1 0 0,1 0 0,-1 0 0,0 0 0,0 0 0,0 0 0,0 0 0,0 0 0,0 0 0,-2-3 0,0-4 0,-2 0 0,1 1 0,-1-1 0,0 1 0,-1 0 0,0 0 0,-10-13 0,7 12 0,-8-12 0,-1 2 0,-30-28 0,41 42 0,-1 0 0,0 0 0,0 1 0,0-1 0,-1 2 0,1-1 0,-1 1 0,0 0 0,0 1 0,0-1 0,0 2 0,-10-2 0,-63 2-1365,58 2-5461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09.2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64 1 24575,'-3'35'0,"-1"0"0,-11 37 0,1 3 0,2 34 0,4 198 0,9-220 0,-1-103 0,1 0 0,1 0 0,0 0 0,2 0 0,-1 1 0,2-1 0,0 1 0,1 0 0,15-27 0,-15 32 0,0 0 0,1 0 0,0 1 0,1 0 0,0 1 0,0 0 0,1 0 0,0 0 0,0 1 0,1 1 0,0-1 0,0 2 0,1-1 0,16-5 0,-23 9 0,25-7 0,44-10 0,-66 18 0,1-1 0,0 2 0,-1-1 0,1 1 0,0 0 0,0 0 0,-1 1 0,1 0 0,0 1 0,-1 0 0,10 3 0,-13-2 0,0-1 0,0 1 0,0 0 0,0 0 0,-1 1 0,0-1 0,1 1 0,-1 0 0,-1-1 0,1 1 0,0 1 0,-1-1 0,0 0 0,0 0 0,0 1 0,-1-1 0,1 1 0,0 8 0,2 7 0,-1 1 0,1 39 0,-4-56 0,0 0 0,0 1 0,0-1 0,-1 0 0,1 0 0,-1 0 0,0 1 0,0-1 0,-1 0 0,1 0 0,-1-1 0,0 1 0,0 0 0,0-1 0,-1 1 0,1-1 0,-5 5 0,2-4 0,0 0 0,0-1 0,0 1 0,0-1 0,0 0 0,-1-1 0,0 1 0,1-1 0,-1 0 0,0-1 0,-10 2 0,-23 2 0,-1-2 0,1-2 0,-55-5 0,-5 0 0,92 4 0,4 1 0,0-1 0,0 1 0,0-1 0,0 0 0,0-1 0,0 1 0,0 0 0,0-1 0,0 0 0,0 0 0,0 1 0,0-2 0,0 1 0,1 0 0,-1-1 0,-3-2 0,6 4 0,-1 0 0,1-1 0,0 1 0,0-1 0,0 1 0,0 0 0,0-1 0,0 1 0,0-1 0,0 1 0,0-1 0,0 1 0,0-1 0,0 1 0,0-1 0,0 1 0,0 0 0,0-1 0,0 1 0,0-1 0,1 1 0,-1 0 0,0-1 0,0 1 0,1-1 0,-1 1 0,0 0 0,0-1 0,1 1 0,-1 0 0,0-1 0,1 1 0,15-11 0,-14 9 0,114-61 92,-52 31-1549,-19 8-5369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09.91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113 0 24575,'-5'5'0,"-6"11"0,-1 7 0,1 4 0,-2 3 0,1 0 0,-1 0 0,0 0 0,4-1 0,2-1 0,3 0 0,2 0 0,1-1 0,1 0 0,1-4-8191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10.707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28 109 24575,'0'-1'0,"0"1"0,-1-1 0,1 0 0,0 1 0,0-1 0,0 0 0,0 0 0,0 1 0,0-1 0,0 0 0,0 1 0,1-1 0,-1 0 0,0 1 0,0-1 0,1 0 0,-1 1 0,0-1 0,1 0 0,-1 1 0,0-1 0,1 0 0,0 0 0,10 10 0,12 11 0,-22-19 0,1 0 0,0-1 0,-1 1 0,1 0 0,0 0 0,0-1 0,-1 1 0,1-1 0,0 1 0,0-1 0,0 0 0,-1 0 0,1 0 0,0 0 0,0 0 0,0 0 0,0 0 0,0-1 0,-1 1 0,1-1 0,0 1 0,0-1 0,-1 0 0,1 0 0,0 1 0,-1-1 0,1 0 0,-1-1 0,1 1 0,-1 0 0,0 0 0,1-1 0,-1 1 0,0 0 0,0-1 0,0 1 0,0-1 0,0 0 0,0 1 0,0-1 0,0-3 0,0 2 0,0 0 0,0 0 0,-1 0 0,0 0 0,1 0 0,-1-1 0,0 1 0,-1 0 0,1 0 0,0 0 0,-1 0 0,0 0 0,0 0 0,0 0 0,0 0 0,0 0 0,0 1 0,-1-1 0,1 0 0,-1 1 0,0-1 0,0 1 0,0-1 0,0 1 0,-3-3 0,1 3 9,1-1 1,0 1-1,-1 0 0,1 1 0,-1-1 1,0 1-1,1-1 0,-1 1 0,0 0 0,0 0 1,0 1-1,-6-1 0,8 1-71,0 0 0,0 0 0,-1 0 0,1 1 1,0-1-1,0 1 0,0-1 0,0 1 0,0 0 0,0 0 0,0 0 0,0 0 1,0 0-1,0 0 0,0 0 0,1 1 0,-1-1 0,0 1 0,1-1 0,-1 1 1,1 0-1,0 0 0,-2 2 0,-5 14-6764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11.679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1 24575,'18'83'0,"1"72"0,1 262 0,-22-342 0,3 100 0,0-172 0,-1 0 0,1 0 0,0-1 0,0 1 0,0 0 0,0-1 0,1 1 0,-1-1 0,1 0 0,-1 1 0,1-1 0,0 0 0,0 0 0,0 0 0,0 0 0,1 0 0,-1 0 0,0-1 0,1 1 0,-1-1 0,1 0 0,-1 1 0,1-1 0,0 0 0,-1-1 0,1 1 0,0 0 0,0-1 0,5 1 0,7 0 0,0 1 0,1-2 0,-1 0 0,19-3 0,-9-2 14,-1 0 0,45-16 0,-18 4-1421,-27 10-5419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13.53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75 52 24575,'11'1'0,"44"0"0,-51-1 0,0 0 0,1-1 0,-1 1 0,0-1 0,1 0 0,-1 0 0,0 0 0,0-1 0,0 1 0,5-3 0,-9 4 0,0-1 0,0 1 0,0 0 0,0 0 0,0 0 0,0 0 0,0 0 0,1 0 0,-1 0 0,0 0 0,0-1 0,0 1 0,0 0 0,0 0 0,0 0 0,0 0 0,0 0 0,0 0 0,0-1 0,0 1 0,0 0 0,0 0 0,0 0 0,0 0 0,0 0 0,0 0 0,0-1 0,0 1 0,0 0 0,0 0 0,0 0 0,-1 0 0,1 0 0,0 0 0,0 0 0,0-1 0,0 1 0,0 0 0,0 0 0,0 0 0,0 0 0,0 0 0,0 0 0,-1 0 0,1 0 0,0 0 0,0 0 0,0 0 0,0 0 0,0 0 0,0 0 0,-1 0 0,1 0 0,0-1 0,0 1 0,0 1 0,-14-6 0,-14 1 0,-120 0 0,529 5 0,-362-2 20,0-1-1,33-8 0,-10 2-1442,-19 5-5403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3.12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765 0 24575,'-12'1'0,"0"1"0,1 0 0,-1 1 0,-12 4 0,-5 1 0,14-3 0,-1 0 0,1 1 0,0 1 0,-19 12 0,22-12 0,-1 0 0,1-1 0,-1 0 0,-1-1 0,1-1 0,-17 4 0,-145 30 63,112-23-777,-118 15 0,138-27-6112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4.100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596 1 24575,'-18'0'0,"-1"2"0,0 0 0,1 2 0,0 0 0,0 0 0,0 2 0,0 0 0,1 1 0,-28 16 0,17-11 0,-1-1 0,-56 12 0,52-15 0,0 1 0,-36 16 0,-19 4-1365,66-22-5461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5.40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681 1 24575,'-1'1'0,"1"1"0,-1 0 0,1 0 0,-1 0 0,0 0 0,1 0 0,-1 0 0,0-1 0,0 1 0,-1 0 0,1-1 0,0 1 0,0-1 0,-1 1 0,-2 1 0,-27 21 0,22-18 0,-10 6 0,0-2 0,-1 0 0,0-1 0,-1-1 0,-38 10 0,0 0 0,20-5 0,12-5 0,1 1 0,0 2 0,-32 17 0,23-10 12,-73 27 0,46-21-1401,38-13-5437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7.36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0 108 24575,'1'-2'0,"-1"0"0,0-1 0,1 1 0,-1-1 0,1 1 0,0 0 0,-1 0 0,1-1 0,0 1 0,1 0 0,-1 0 0,0 0 0,1 0 0,-1 0 0,1 1 0,-1-1 0,1 0 0,0 1 0,0-1 0,0 1 0,0-1 0,0 1 0,0 0 0,0 0 0,3-1 0,7-3 0,0 1 0,0 0 0,21-3 0,-17 4 0,35-9 0,-32 6 0,0 1 0,0 1 0,1 0 0,0 2 0,-1 0 0,1 2 0,26 1 0,-43 0 0,1 0 0,-1 0 0,1 0 0,-1 0 0,1 1 0,-1-1 0,0 1 0,0 0 0,0 0 0,0 0 0,0 1 0,-1-1 0,1 0 0,-1 1 0,1 0 0,2 3 0,-2 0 0,0-1 0,0 1 0,0 0 0,0 0 0,-1 0 0,0 0 0,-1 1 0,3 11 0,-3-11 0,0 1 0,-1-1 0,0 0 0,0 1 0,0-1 0,-1 1 0,0-1 0,-1 0 0,0 0 0,0 1 0,0-1 0,-1 0 0,0-1 0,0 1 0,-1-1 0,-7 11 0,4-10 0,0-1 0,0 0 0,-1-1 0,0 0 0,-1 0 0,1-1 0,-1 1 0,0-2 0,0 0 0,0 0 0,0 0 0,-16 1 0,-27 10 0,51-14 0,1 0 0,-1 0 0,0 1 0,1-1 0,-1 0 0,1 0 0,-1 0 0,0 1 0,1-1 0,-1 0 0,0 1 0,1-1 0,-1 0 0,1 1 0,-1-1 0,1 1 0,-1-1 0,1 1 0,0-1 0,-1 1 0,0 0 0,11 5 0,24-2 0,144-1 0,-174-3 0,0 1 0,0 0 0,0 0 0,-1 0 0,1 1 0,0-1 0,-1 1 0,1 0 0,-1-1 0,0 2 0,1-1 0,-1 0 0,0 1 0,-1-1 0,1 1 0,0 0 0,-1 0 0,1 0 0,-1 0 0,0 1 0,0-1 0,0 0 0,-1 1 0,3 4 0,2 11 0,0-1 0,-1 1 0,4 32 0,-6-34 0,-1-6 0,0-1 0,-1 0 0,-1 1 0,1-1 0,-3 19 0,1-26 0,1 0 0,-1 0 0,0 0 0,0-1 0,0 1 0,0 0 0,0 0 0,-1-1 0,1 1 0,-1-1 0,0 1 0,1-1 0,-1 0 0,0 0 0,-1 0 0,1 0 0,0 0 0,-1 0 0,1 0 0,-1-1 0,1 1 0,-1-1 0,0 0 0,-5 2 0,-28 6-209,0-2 0,-1-2-1,-38 1 1,61-5-319,-22 1-6298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7.918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25 24575,'4'0'0,"7"0"0,6 0 0,4 0 0,4 0 0,11 0 0,23 0 0,34 0 0,33-4 0,10-2 0,-9 0 0,-22 1 0,-29 2-8191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9.17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14 24575,'1'-1'0,"0"-1"0,1 1 0,-1 0 0,0 0 0,0 0 0,1 0 0,-1 0 0,1 1 0,-1-1 0,1 0 0,-1 1 0,1-1 0,0 1 0,-1-1 0,1 1 0,0 0 0,-1 0 0,1-1 0,0 1 0,-1 0 0,1 1 0,2-1 0,-1 1 0,0 0 0,0 0 0,-1 1 0,1-1 0,0 1 0,0-1 0,-1 1 0,1 0 0,-1 0 0,5 5 0,3 4 0,-1 0 0,0 1 0,12 24 0,-19-33 0,24 44 0,36 88 0,-53-110 0,-2 0 0,0 0 0,-2 0 0,-1 1 0,2 45 0,-8 61 0,3-136 0,0 0 0,1-1 0,-1 1 0,1 0 0,0 0 0,0 0 0,0 0 0,1 0 0,0 0 0,-1 1 0,1-1 0,0 1 0,6-5 0,-4 3 0,0 1 0,1 0 0,-1-1 0,1 2 0,0-1 0,0 1 0,0 0 0,1 0 0,-1 0 0,8-1 0,-11 3 0,1 1 0,-1-1 0,1 1 0,-1 0 0,0 0 0,1 0 0,-1 0 0,1 1 0,-1-1 0,0 1 0,0 0 0,1 0 0,-1 0 0,0 0 0,0 1 0,0-1 0,0 1 0,0 0 0,0 0 0,-1 0 0,1 0 0,4 5 0,-4-3 0,1 1 0,-1 0 0,0 0 0,0 0 0,-1 0 0,1 0 0,-1 1 0,-1-1 0,1 1 0,-1-1 0,1 1 0,-2 0 0,1 6 0,0-9 5,-2 1-1,1 0 0,0-1 0,-1 1 1,1 0-1,-1-1 0,0 1 0,0-1 1,-1 1-1,1-1 0,-1 0 1,0 1-1,1-1 0,-1 0 0,-1 0 1,1 0-1,0 0 0,-1-1 1,0 1-1,1-1 0,-1 1 0,0-1 1,0 0-1,0 0 0,-1 0 0,1-1 1,-5 3-1,-8 2-301,1-1 0,-1 0 0,0-1 0,-31 3 0,26-4-6529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29.848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24575,'0'5'0,"0"6"0,0 10 0,0 7 0,0 7 0,0 3 0,0-1 0,0-2 0,0-1 0,0-4 0,0 0 0,0-16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0.261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 24575,'0'0'-8191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1.09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 24575,'1'0'0,"0"0"0,0 1 0,0-1 0,-1 0 0,1 1 0,0-1 0,0 1 0,-1-1 0,1 1 0,0-1 0,0 1 0,-1-1 0,1 1 0,-1 0 0,1-1 0,0 1 0,-1 0 0,1-1 0,-1 1 0,0 0 0,1 0 0,-1 0 0,1 1 0,7 25 0,-6-20 0,8 39 0,-3-1 0,-1 1 0,-2 1 0,-4 66 0,3 31 0,9-71 0,-7-55 0,3 38 0,-7-26 0,0 2 0,1 0 0,1-1 0,1 1 0,2-1 0,15 47 0,-19-75-5,-1 1-1,1-1 1,0 1-1,0-1 1,0 0-1,1 0 1,-1 0-1,1 0 1,-1-1-1,1 1 1,0-1-1,0 1 1,0-1-1,0 0 1,6 3-1,-3-3 31,1 1-1,-1-1 1,1 0-1,0-1 1,0 0-1,0 0 1,13 0-1,6-2-306,0-1 0,-1-2 0,39-9 0,-54 10-63,15-3-6481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1.757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12 25 24575,'-4'0'0,"-2"-5"0,4-1 0,8 0 0,17 1 0,9 2 0,13 6 0,3 2 0,-2 0 0,-3 0 0,-5-2 0,-5 0 0,-7-2-8191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2.84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0 24575,'0'5'0,"5"10"0,5 17 0,2 13 0,-1 12 0,2 5 0,-2 2 0,-2 0 0,-3-7 0,-2-9 0,-2-7 0,-1-6 0,-1-5 0,-1-7-8191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3.498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1 155 24575,'0'-1'0,"0"0"0,1 0 0,-1 0 0,0 0 0,1 0 0,-1 0 0,1 0 0,-1 1 0,1-1 0,-1 0 0,1 0 0,0 0 0,-1 1 0,1-1 0,0 0 0,0 1 0,0-1 0,-1 1 0,1-1 0,0 1 0,0-1 0,0 1 0,0 0 0,0-1 0,0 1 0,0 0 0,1-1 0,31-4 0,-31 4 0,108-8 0,80-11 0,-37-13 120,-128 26-491,0-1-1,-1-2 1,45-24 0,-54 25-6455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4.669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24575,'-1'79'0,"3"89"0,-1-163 0,0 1 0,0-1 0,0 1 0,1-1 0,0 1 0,0-1 0,1 0 0,-1 0 0,1 0 0,0 0 0,0 0 0,1-1 0,-1 1 0,1-1 0,0 0 0,0 0 0,6 3 0,-7-4 0,1 0 0,0-1 0,0 0 0,0 1 0,0-1 0,1-1 0,-1 1 0,1-1 0,-1 0 0,1 0 0,-1 0 0,1 0 0,0-1 0,-1 0 0,1 0 0,-1 0 0,1 0 0,0-1 0,-1 0 0,1 0 0,6-2 0,-9 2 0,1-1 0,-1 1 0,0-1 0,1 1 0,-1-1 0,0 0 0,0 0 0,0 0 0,0 0 0,-1 0 0,1 0 0,0-1 0,-1 1 0,0 0 0,2-3 0,15-46 0,-7 18 0,-7 25 0,-1 0 0,0-1 0,0 1 0,-1-1 0,0 0 0,0 1 0,-1-1 0,0-18 0,-2 22 0,1 1 0,-1-1 0,-1 0 0,1 1 0,0-1 0,-1 1 0,0 0 0,0-1 0,0 1 0,-1 0 0,1 0 0,-1 0 0,0 1 0,0-1 0,-1 1 0,1 0 0,-1-1 0,-5-3 0,1 2-124,0 0 0,0 1 0,-1 0 0,1 0 0,-1 1 0,0 0-1,0 1 1,0 0 0,0 0 0,-10 0 0,-6 0-6702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5.27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0 24575,'5'0'0,"1"5"0,4 6 0,2 10 0,2 11 0,3 14 0,0 9 0,-4-1 0,1 5 0,-2 1 0,-3-4 0,1-4 0,-1 0 0,-1-5 0,-3-5 0,-2-6 0,-2-8-8191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5.85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72 24575,'0'-4'0,"5"-7"0,10-1 0,13 1 0,10 3 0,8 3 0,11 2 0,-1 1 0,1 2 0,-2 0 0,-4 0 0,-2 1 0,0-1 0,-3 1 0,-11-6 0,-5-1 0,-9 0-8191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6.831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274 56 24575,'1'7'0,"0"0"0,0-1 0,1 1 0,0 0 0,2 6 0,7 24 0,-11-30 0,3 10 0,-1 0 0,-1 0 0,-2 33 0,0-45 0,1-1 0,-1 0 0,0 0 0,0 1 0,-1-1 0,1 0 0,-1 0 0,0-1 0,0 1 0,0 0 0,0 0 0,-1-1 0,0 0 0,1 1 0,-1-1 0,0 0 0,-1 0 0,1-1 0,0 1 0,-8 3 0,0 0 0,0 0 0,-1-2 0,0 1 0,0-2 0,0 0 0,-19 3 0,27-5 0,1-1 0,-1 1 0,0-1 0,0 0 0,0 0 0,0 0 0,0-1 0,0 0 0,0 1 0,0-1 0,1 0 0,-1-1 0,0 1 0,1-1 0,-1 0 0,1 0 0,-1 0 0,1 0 0,0 0 0,0-1 0,0 1 0,0-1 0,1 0 0,-4-4 0,-3-9 0,1 0 0,1 0 0,0 0 0,1-1 0,1 0 0,1 0 0,1 0 0,0-1 0,1 1 0,0-30 0,2 43 0,1 0 0,-1 0 0,1 0 0,0 0 0,1 0 0,-1 0 0,0 0 0,1 1 0,0-1 0,0 0 0,0 1 0,1 0 0,-1-1 0,1 1 0,5-6 0,-2 5 0,-1-1 0,1 1 0,1 0 0,-1 0 0,0 1 0,1 0 0,0 0 0,12-3 0,-12 3 0,1 1 0,-1 1 0,1-1 0,-1 1 0,1 1 0,0 0 0,-1 0 0,1 0 0,0 1 0,-1 0 0,1 0 0,0 1 0,-1 0 0,0 0 0,0 1 0,1 0 0,-2 0 0,8 5 0,-5 0 0,0 1 0,-1 0 0,0 1 0,-1 0 0,0 0 0,-1 1 0,0-1 0,0 1 0,6 18 0,-6-13 0,1-1 0,1 0 0,17 24 0,-7-15 0,-14-17 0,1 0 0,0 0 0,0-1 0,1 1 0,0-1 0,0-1 0,0 1 0,1-1 0,0 0 0,0 0 0,0-1 0,1 0 0,12 5 0,36 7-17,93 14-1,-74-16-1312,-34-7-5496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7.45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4 24575,'0'0'0,"0"0"0,0 0 0,0-1 0,0 1 0,0 0 0,0 0 0,0 0 0,0 0 0,0 0 0,0 0 0,0-1 0,0 1 0,0 0 0,0 0 0,0 0 0,0 0 0,0 0 0,0 0 0,1 0 0,-1-1 0,0 1 0,0 0 0,0 0 0,0 0 0,0 0 0,0 0 0,0 0 0,0 0 0,0 0 0,1 0 0,-1 0 0,0 0 0,0 0 0,0-1 0,0 1 0,0 0 0,0 0 0,0 0 0,1 0 0,-1 0 0,0 0 0,0 0 0,0 0 0,0 0 0,0 0 0,0 0 0,1 0 0,-1 0 0,0 0 0,0 0 0,0 1 0,0-1 0,0 0 0,0 0 0,0 0 0,1 0 0,9 7 0,8 13 0,-8-5 0,-1 1 0,0 1 0,-1-1 0,-1 1 0,0 1 0,6 26 0,16 118 0,-8-38 0,11-7 0,6 30 0,-33-95-1365,-4-30-5461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7.95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86 24575,'4'-5'0,"2"-6"0,5-5 0,9-1 0,11 3 0,19 4 0,28 3 0,43 4 0,38 1 0,25 2 0,13 0 0,-3 10 0,-17 3 0,-24 0 0,-33-4 0,-33-2 0,-31-2-8191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9.038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438 166 24575,'0'-9'0,"0"1"0,0-1 0,-1 1 0,0 0 0,0 0 0,-4-11 0,3 15 0,0 0 0,-1 0 0,1 0 0,-1 0 0,0 0 0,0 0 0,0 1 0,0 0 0,0-1 0,-1 1 0,0 1 0,-6-5 0,0 0 0,0 1 0,-1 1 0,1 0 0,-1 0 0,0 1 0,0 1 0,-1 0 0,1 0 0,-1 1 0,1 0 0,-1 1 0,0 1 0,0 0 0,-15 1 0,19 0 0,-1 1 0,1 0 0,0 0 0,-1 1 0,1 0 0,0 0 0,0 1 0,1 0 0,-1 0 0,1 1 0,0-1 0,0 2 0,0-1 0,1 1 0,0 0 0,0 1 0,1-1 0,-1 1 0,-7 15 0,5-8 0,0 1 0,2 0 0,0 1 0,0-1 0,2 1 0,0 0 0,1 1 0,0-1 0,2 0 0,-1 28 0,2-42 0,1 1 0,-1-1 0,0 1 0,1-1 0,0 1 0,-1-1 0,1 1 0,0-1 0,0 0 0,1 0 0,-1 1 0,0-1 0,1 0 0,-1 0 0,1 0 0,0 0 0,0 0 0,-1-1 0,1 1 0,0-1 0,1 1 0,-1-1 0,0 0 0,0 1 0,1-1 0,-1 0 0,0 0 0,1-1 0,-1 1 0,1-1 0,-1 1 0,1-1 0,-1 0 0,1 1 0,2-2 0,1 1 0,0 0 0,-1 0 0,1-1 0,-1 0 0,1 0 0,-1-1 0,1 0 0,-1 0 0,0 0 0,0 0 0,0-1 0,0 0 0,0 0 0,0 0 0,4-5 0,-3 1 0,0-1 0,-1 0 0,0 0 0,-1 0 0,1-1 0,-1 1 0,-1-1 0,0 0 0,0 0 0,-1 0 0,1-11 0,1 5 0,-1 0 0,11-25 0,-13 39 0,-1 0 0,0 0 0,0 1 0,1-1 0,-1 0 0,1 0 0,-1 1 0,0-1 0,1 0 0,-1 1 0,1-1 0,-1 1 0,1-1 0,0 0 0,-1 1 0,1-1 0,0 1 0,-1 0 0,1-1 0,0 1 0,-1-1 0,1 1 0,1 0 0,-1 0 0,0 0 0,0 0 0,-1 1 0,1-1 0,0 0 0,-1 1 0,1-1 0,0 1 0,-1-1 0,1 0 0,-1 1 0,1 0 0,-1-1 0,1 1 0,-1-1 0,1 1 0,-1 0 0,1-1 0,-1 2 0,15 39 0,-1 25 0,-3 2 0,5 104 0,-15 142 0,-3-187 0,1-120-106,1-6 43,0 0 0,0 0 0,0 0 0,-1 0 0,1 1 0,0-1 0,0 0 0,1 0 0,-1 0 0,0 0 0,0 0 0,1 1 0,-1-1 1,0 0-1,1 0 0,-1 0 0,1 0 0,-1 0 0,2 2 0,4-3-6763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39.395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36 24575,'5'0'0,"6"0"0,5 0 0,10 0 0,5 0 0,2 0 0,0 0 0,-6-4 0,-3-3 0,0 2 0,-5-5 0,-6 1-8191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0.266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3 1 24575,'1'0'0,"1"1"0,-1 0 0,0 0 0,0 0 0,1 0 0,-1 0 0,0 1 0,0-1 0,0 0 0,0 1 0,0-1 0,0 0 0,0 1 0,-1-1 0,1 1 0,-1-1 0,1 1 0,0 2 0,2 2 0,18 44 0,-2 0 0,-3 0 0,-1 2 0,8 60 0,-13-43 0,-3 0 0,-3 118 0,28-219 0,57-56 0,-76 77 0,-1 2 0,1-1 0,0 2 0,1 0 0,27-12 0,-39 19 0,0 0 0,0 0 0,0 0 0,0 1 0,0-1 0,0 0 0,1 1 0,-1 0 0,0 0 0,0-1 0,0 1 0,0 0 0,1 1 0,-1-1 0,0 0 0,0 1 0,0-1 0,0 1 0,0 0 0,0-1 0,0 1 0,0 0 0,0 0 0,0 0 0,0 1 0,-1-1 0,1 0 0,0 1 0,-1-1 0,1 1 0,-1 0 0,1-1 0,-1 1 0,0 0 0,0 0 0,0 0 0,0 0 0,0 0 0,0 0 0,-1 0 0,1 0 0,-1 0 0,1 3 0,0 1 0,0 1 0,0 0 0,-1 0 0,0-1 0,0 1 0,0 0 0,-1-1 0,0 1 0,-1 0 0,1-1 0,-1 1 0,-6 11 0,4-11 0,-1-1 0,0 1 0,0-1 0,-1-1 0,0 1 0,0-1 0,0 0 0,-1 0 0,1-1 0,-1 1 0,0-2 0,-1 1 0,1-1 0,-14 4 0,-10 2 0,-1-1 0,-37 5 0,67-13 0,-17 3-116,-64 7 366,78-10-357,0 0 0,0 0 0,0 0 0,0-1 0,0 1 0,0-1 0,0-1-1,0 1 1,0 0 0,1-1 0,-1 0 0,1 0 0,-7-4 0,-1-7-6719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0.82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0 1 24575,'5'0'0,"6"0"0,0 4 0,0 7 0,-3 6 0,-2 9 0,-3 10 0,-2 3 0,0 5 0,-6-2 0,-2-2 0,1-4 0,1-7-8191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1.117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5 24575,'0'-5'0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1.872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 1 24575,'2'0'0,"0"0"0,0 0 0,0 0 0,0 1 0,0-1 0,0 1 0,0-1 0,0 1 0,0 0 0,0 0 0,0 0 0,0 0 0,-1 0 0,1 0 0,0 0 0,-1 1 0,1-1 0,-1 0 0,1 1 0,-1 0 0,0-1 0,0 1 0,0 0 0,0-1 0,0 1 0,0 0 0,0 0 0,0 0 0,0 3 0,2 6 0,-1 0 0,-1 0 0,1 0 0,-2 16 0,1-12 0,3 81 0,-5 1 0,-4-1 0,-4-1 0,-25 115 0,34-209 0,-4 13 0,1-1 0,1 1 0,0 0 0,1 27 0,1-39 0,0 1 0,0 0 0,1 0 0,-1-1 0,1 1 0,0 0 0,0-1 0,0 1 0,0-1 0,0 1 0,0-1 0,1 0 0,-1 1 0,1-1 0,-1 0 0,1 0 0,0 0 0,0 0 0,0 0 0,0 0 0,0-1 0,1 1 0,-1-1 0,0 1 0,1-1 0,-1 0 0,1 0 0,-1 0 0,1 0 0,0-1 0,4 1 0,8 1-25,-1-2-1,1 0 1,-1-1 0,1 0-1,-1-1 1,0-1 0,19-6-1,3 1-1136,-15 4-5664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2.491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1 57 24575,'0'-4'0,"0"-7"0,5-1 0,5 2 0,11 2 0,12 2 0,17 3 0,16 1 0,14 2 0,-1 0 0,-6 1 0,-9-1 0,-17 1-8191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3.434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702 168 24575,'-3'0'0,"1"1"0,0-1 0,-1 1 0,1 0 0,-1-1 0,1 1 0,0 1 0,0-1 0,-1 0 0,1 0 0,0 1 0,-3 2 0,-26 26 0,15-14 0,-4 0 0,-1 0 0,-1-1 0,0-1 0,-1-1 0,-1-1 0,0-1 0,0-1 0,-30 7 0,18-7 0,-1-3 0,0 0 0,0-3 0,-1-1 0,-42-2 0,72-1 0,0 0 0,1-1 0,-1 0 0,1-1 0,0 0 0,-1 0 0,1-1 0,0 1 0,-10-7 0,14 7 0,0 1 0,1-1 0,-1 0 0,0-1 0,1 1 0,0 0 0,-1-1 0,1 1 0,0-1 0,0 0 0,1 0 0,-1 0 0,1 0 0,-1 0 0,1 0 0,0 0 0,0 0 0,0 0 0,0-1 0,1 1 0,-1 0 0,1 0 0,0-6 0,1-2 0,1-1 0,0 1 0,1 0 0,0 0 0,1 0 0,0 1 0,1-1 0,10-18 0,-1 8 0,0 1 0,1 0 0,18-19 0,-26 32 0,1-1 0,-1 2 0,2-1 0,-1 1 0,1 0 0,0 1 0,0 0 0,0 0 0,1 1 0,0 0 0,10-3 0,-13 6 0,-1 0 0,1 0 0,-1 0 0,1 0 0,-1 1 0,1 0 0,-1 1 0,1-1 0,-1 1 0,1 1 0,-1-1 0,0 1 0,0 0 0,1 1 0,-1-1 0,-1 1 0,1 0 0,9 7 0,20 19 0,56 61 0,-26-24 0,-32-35-455,3-2 0,46 31 0,-65-48-6371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46.213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409 307 24575,'-1'-1'0,"0"0"0,1-1 0,-1 1 0,1 0 0,-1 0 0,0 0 0,0 0 0,0 0 0,0 0 0,0 0 0,0 0 0,0 0 0,0 0 0,0 0 0,0 1 0,0-1 0,0 0 0,-1 1 0,1-1 0,-2 1 0,-33-15 0,26 12 0,-4-2 0,-1 1 0,0 0 0,0 1 0,0 1 0,0 0 0,-1 1 0,-16 1 0,22 1 0,0-1 0,0 2 0,0-1 0,0 1 0,0 1 0,1 0 0,-1 0 0,1 1 0,0 0 0,0 0 0,-14 10 0,16-8 0,0 1 0,1-1 0,0 1 0,0 1 0,1-1 0,0 1 0,0 0 0,-6 15 0,8-17 0,1 0 0,-1 0 0,1 1 0,1-1 0,-1 1 0,1-1 0,0 1 0,0-1 0,1 1 0,0-1 0,0 1 0,2 12 0,-1-17 0,0 1 0,0-1 0,0 0 0,1 0 0,-1 0 0,1 0 0,-1 0 0,1 0 0,-1 0 0,1-1 0,0 1 0,0 0 0,0-1 0,0 0 0,0 1 0,0-1 0,0 0 0,1 0 0,-1 0 0,0 0 0,1-1 0,-1 1 0,0-1 0,1 1 0,-1-1 0,4 0 0,-3 1 0,1-1 0,-1 0 0,1 0 0,-1-1 0,1 1 0,-1-1 0,1 1 0,-1-1 0,0 0 0,1-1 0,-1 1 0,0 0 0,0-1 0,0 0 0,0 0 0,0 0 0,5-4 0,-2-2 0,0 0 0,-1 0 0,0-1 0,0 0 0,0 1 0,-2-2 0,1 1 0,3-15 0,13-83 0,-14 69 0,20-167 0,-26 201 0,0 0 0,1 0 0,0 0 0,0 0 0,0 0 0,1 0 0,2-5 0,-4 9 0,0 0 0,0-1 0,0 1 0,0 0 0,1 0 0,-1 0 0,0 0 0,0 0 0,0 0 0,0 0 0,0 0 0,0 0 0,0-1 0,1 1 0,-1 0 0,0 0 0,0 0 0,0 0 0,0 0 0,0 0 0,1 0 0,-1 0 0,0 0 0,0 0 0,0 0 0,0 0 0,0 0 0,1 0 0,-1 0 0,0 0 0,0 0 0,0 0 0,0 0 0,0 0 0,1 0 0,-1 0 0,0 1 0,0-1 0,0 0 0,0 0 0,0 0 0,0 0 0,0 0 0,1 0 0,-1 0 0,0 0 0,0 1 0,0-1 0,0 0 0,0 0 0,0 0 0,0 0 0,0 0 0,0 0 0,0 1 0,0-1 0,0 0 0,5 24 0,-3-9 0,52 475 0,-51-471 0,0-2 0,1 1 0,1 0 0,1-1 0,8 19 0,-11-31 0,-1 0 0,1-1 0,0 1 0,0-1 0,1 1 0,-1-1 0,1 0 0,0-1 0,7 6 0,-8-7 0,-1-1 0,1 1 0,0-1 0,0 0 0,0 0 0,0 0 0,0 0 0,0 0 0,0-1 0,0 1 0,0-1 0,0 0 0,0 0 0,1 0 0,-1 0 0,0-1 0,5-1 0,-4 1 0,0-1 0,0 0 0,-1 0 0,1 0 0,-1 0 0,0-1 0,1 1 0,-1-1 0,0 0 0,-1 0 0,1 0 0,0 0 0,-1-1 0,0 1 0,0-1 0,0 1 0,0-1 0,0 0 0,1-7 0,3-7 0,-1-1 0,5-33 0,10-135 0,-12 87 0,-7 92 0,3-33 0,-4 40 0,0 0 0,0-1 0,0 1 0,0 0 0,0 0 0,0 0 0,0 0 0,0 0 0,0 0 0,-1-1 0,1 1 0,0 0 0,-1 0 0,1 0 0,-1 0 0,1 0 0,-1 0 0,1 0 0,-1 0 0,0 0 0,1 1 0,-1-1 0,0 0 0,0 0 0,0 0 0,-1 0 0,1 1 0,1 0 0,-1 0 0,0 0 0,1 0 0,-1 0 0,0 0 0,0 0 0,1 0 0,-1 1 0,0-1 0,1 0 0,-1 0 0,1 1 0,-1-1 0,0 0 0,1 1 0,-1-1 0,1 1 0,-1-1 0,1 1 0,-1-1 0,1 1 0,-1-1 0,1 1 0,0-1 0,-1 1 0,1 0 0,0-1 0,-1 1 0,1 0 0,0-1 0,0 1 0,0 0 0,-1-1 0,1 2 0,-1 26 0,2-22 0,0-1 0,1 0 0,0 0 0,0 0 0,0-1 0,0 1 0,1 0 0,0-1 0,0 0 0,0 1 0,1-1 0,-1-1 0,1 1 0,0 0 0,5 3 0,11 7 0,0-1 0,26 13 0,3 2 0,-37-20 0,-1 0 0,-1 0 0,1 1 0,-1 1 0,-1-1 0,0 2 0,0-1 0,12 21 0,-12-14 0,0 1 0,-2 0 0,0 0 0,-1 0 0,6 29 0,-12-44 0,1 0 0,0 0 0,0 0 0,1 0 0,-1 0 0,1 0 0,-1 0 0,1 0 0,0-1 0,0 1 0,0-1 0,0 1 0,1-1 0,-1 0 0,1 0 0,-1 0 0,1 0 0,0-1 0,0 1 0,-1-1 0,1 1 0,0-1 0,0 0 0,1 0 0,-1 0 0,0-1 0,0 1 0,0-1 0,1 0 0,-1 0 0,0 0 0,0 0 0,0 0 0,1-1 0,-1 1 0,0-1 0,0 0 0,0 0 0,0 0 0,0 0 0,0-1 0,0 1 0,0-1 0,-1 0 0,1 0 0,0 0 0,-1 0 0,0 0 0,1 0 0,-1-1 0,3-4 0,3-7 0,0 0 0,-1-1 0,-1 1 0,0-1 0,-1-1 0,-1 1 0,0-1 0,-1 1 0,-1-1 0,1-23 0,-3 37 0,1 0 0,-1 0 0,0 0 0,0 1 0,0-1 0,0 0 0,-1 0 0,1 0 0,0 0 0,-1 1 0,0-1 0,1 0 0,-1 0 0,0 1 0,0-1 0,0 0 0,0 1 0,0-1 0,0 1 0,0-1 0,0 1 0,-1 0 0,1 0 0,0-1 0,-1 1 0,1 0 0,-1 0 0,0 0 0,1 0 0,-1 1 0,0-1 0,1 0 0,-1 1 0,0-1 0,0 1 0,0 0 0,0-1 0,1 1 0,-1 0 0,-2 0 0,1 1 0,0-1 0,0 1 0,0 0 0,0 0 0,1 0 0,-1 0 0,0 1 0,0-1 0,1 0 0,-1 1 0,1 0 0,0 0 0,-1 0 0,1 0 0,0 0 0,0 0 0,0 1 0,0-1 0,1 0 0,-1 1 0,1 0 0,-1-1 0,1 1 0,-2 5 0,2-3 0,0-1 0,0 1 0,0 0 0,0 0 0,1 0 0,0 0 0,0 0 0,0 0 0,0 0 0,1 0 0,0 0 0,0 0 0,0-1 0,1 1 0,-1 0 0,4 6 0,-2-7 0,-1-1 0,1 0 0,0 1 0,-1-1 0,2 0 0,-1 0 0,0 0 0,1-1 0,-1 1 0,1-1 0,-1 0 0,1 0 0,0 0 0,0 0 0,0-1 0,0 0 0,1 0 0,-1 0 0,8 1 0,22 2 0,-1-1 0,1-2 0,-1-2 0,1 0 0,-1-3 0,42-8 0,-67 9 0,0 0 0,-1-1 0,1 0 0,0-1 0,-1 1 0,0-1 0,0-1 0,0 1 0,-1-1 0,0 0 0,0-1 0,-1 1 0,1-1 0,-1 0 0,-1-1 0,0 1 0,0-1 0,0 0 0,3-9 0,0-3 0,-1 0 0,0 1 0,-2-2 0,0 1 0,-1-1 0,0-39 0,-3 58 0,0-1 0,0 1 0,-1-1 0,1 1 0,-1-1 0,1 1 0,-1-1 0,0 1 0,0 0 0,-1-4 0,2 6 0,-1-1 0,1 1 0,0 0 0,0 0 0,0 0 0,0 0 0,0 0 0,-1-1 0,1 1 0,0 0 0,0 0 0,0 0 0,0 0 0,-1 0 0,1 0 0,0 0 0,0 0 0,0 0 0,-1 0 0,1-1 0,0 1 0,0 0 0,0 0 0,-1 0 0,1 0 0,0 1 0,0-1 0,0 0 0,-1 0 0,1 0 0,0 0 0,0 0 0,0 0 0,-1 0 0,1 0 0,0 0 0,0 0 0,0 1 0,-9 13 0,3-1 0,1-1 0,1 1 0,0-1 0,0 1 0,1 0 0,1 1 0,0-1 0,1 0 0,1 1 0,0-1 0,0 0 0,4 19 0,1-11 0,-1 0 0,-1 1 0,1 28 0,-4-50 0,0 0 0,0 1 0,0-1 0,0 0 0,0 0 0,0 0 0,0 1 0,0-1 0,0 0 0,0 0 0,0 0 0,0 1 0,0-1 0,1 0 0,-1 0 0,0 0 0,0 1 0,0-1 0,0 0 0,0 0 0,0 0 0,1 0 0,-1 0 0,0 1 0,0-1 0,0 0 0,1 0 0,-1 0 0,0 0 0,0 0 0,0 0 0,1 0 0,-1 0 0,0 0 0,0 0 0,0 0 0,1 0 0,-1 0 0,0 0 0,0 0 0,0 0 0,1 0 0,14-5 0,15-14 0,-27 17 0,60-39 0,-21 16 0,-1-3 0,-2-1 0,0-2 0,52-54 0,-89 82 0,24-30 0,-25 31 0,0 1 0,0-1 0,0 0 0,0 0 0,0 0 0,0 0 0,0 0 0,-1 0 0,1 0 0,-1 0 0,1 0 0,-1 0 0,0 0 0,0 0 0,0 0 0,0-4 0,-1 6 0,1 0 0,0-1 0,0 1 0,0 0 0,0 0 0,0-1 0,-1 1 0,1 0 0,0-1 0,0 1 0,-1 0 0,1 0 0,0 0 0,0-1 0,-1 1 0,1 0 0,0 0 0,-1 0 0,1 0 0,0-1 0,-1 1 0,1 0 0,0 0 0,-1 0 0,1 0 0,0 0 0,-1 0 0,1 0 0,0 0 0,-1 0 0,1 0 0,0 0 0,-1 0 0,1 0 0,0 0 0,-1 1 0,1-1 0,0 0 0,-1 0 0,1 0 0,0 0 0,0 0 0,-1 1 0,1-1 0,0 0 0,0 0 0,-1 1 0,1-1 0,0 0 0,0 0 0,0 1 0,-1-1 0,1 0 0,0 1 0,0-1 0,0 0 0,0 1 0,-13 17 0,10-9 0,1-1 0,0 1 0,0-1 0,1 1 0,0 0 0,0-1 0,1 1 0,0 0 0,1 0 0,0 0 0,0-1 0,1 1 0,0-1 0,6 17 0,5 7 0,1 0 0,25 40 0,-17-37 0,-15-26 0,0 1 0,-1 1 0,-1-1 0,1 1 0,-2 0 0,1 0 0,-1 0 0,4 23 0,-8-32 0,0 0 0,0 0 0,0-1 0,0 1 0,-1 0 0,1 0 0,0 0 0,-1 0 0,0 0 0,1 0 0,-1-1 0,0 1 0,0 0 0,0-1 0,0 1 0,0 0 0,0-1 0,-1 0 0,1 1 0,0-1 0,-1 0 0,1 1 0,-1-1 0,1 0 0,-1 0 0,0 0 0,1 0 0,-1-1 0,0 1 0,0 0 0,-3 0 0,-8 2 0,1-1 0,-1 0 0,-25 1 0,8-1 0,1 2-227,-1-1-1,1-1 1,0-2-1,-1 0 1,-43-8-1,23-3-6598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6:54:50.403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745 29 24575,'-1'0'0,"1"0"0,0 0 0,-1 0 0,1 0 0,0 0 0,-1 0 0,1 0 0,0 0 0,-1 0 0,1 0 0,-1 0 0,1 0 0,0 0 0,-1 0 0,1-1 0,0 1 0,0 0 0,-1 0 0,1 0 0,0 0 0,-1-1 0,1 1 0,0 0 0,0 0 0,-1-1 0,1 1 0,0 0 0,0 0 0,0-1 0,-1 1 0,1 0 0,0-1 0,0 1 0,0 0 0,0-1 0,0 1 0,-1-1 0,2 1 0,-1-1 0,0 1 0,0-1 0,1 0 0,-1 1 0,0-1 0,1 1 0,-1-1 0,0 1 0,1 0 0,-1-1 0,1 1 0,-1-1 0,1 1 0,-1 0 0,1-1 0,-1 1 0,1 0 0,-1-1 0,1 1 0,-1 0 0,1 0 0,-1 0 0,2-1 0,13-2 0,1-1 0,0 2 0,0 0 0,0 1 0,18 1 0,86 10 0,-51-3 0,827 33 0,399-41 0,-1069 15 0,-13 0 0,438-15 0,436 12 0,647 7 0,-1168-20 0,341 60 0,-360 33 0,-313-51 0,-155-30 0,-59-6 0,0 0 0,0 1 0,-1 1 0,0 0 0,0 2 0,0 0 0,-1 1 0,0 1 0,-1 1 0,0 0 0,-1 1 0,0 1 0,22 23 0,24 27 0,75 68 0,-119-116 0,2 0 0,-1-2 0,2 0 0,-1-2 0,45 18 0,204 70 0,123 43 0,13-28 0,-183-53 0,-195-54 0,0-1 0,0-1 0,1-1 0,30 0 0,-2 1 0,84 12 0,143 9 0,-277-27 0,0 2 0,0-1 0,0 1 0,0 0 0,0 0 0,0 0 0,0 1 0,10 4 0,-13-4 0,0 0 0,0 0 0,-1 0 0,1 0 0,-1 0 0,1 1 0,-1 0 0,0-1 0,0 1 0,0 0 0,0 0 0,0 0 0,-1 0 0,0 0 0,1 0 0,-1 1 0,1 3 0,10 48 0,-1 1 0,2 64 0,-6-55 0,-5-48 0,7 53 0,-4 1 0,-5 129 0,-1-196 0,1 0 0,-1 0 0,-1 0 0,1 0 0,0-1 0,-1 1 0,0 0 0,0-1 0,0 1 0,0-1 0,0 1 0,-1-1 0,0 0 0,1 0 0,-1 0 0,0-1 0,-1 1 0,1-1 0,0 1 0,-1-1 0,1 0 0,-8 3 0,-7 2 0,-1-1 0,1-1 0,-34 6 0,35-8 0,-776 107 0,-12-66 0,-976-96 0,1448 19 0,-102-7 0,11 23 0,183 11 0,-360-27 0,50 2 0,226 21 3,-215-12-147,-1149-86-563,1502 99 758,-467-12 605,177 8-502,-9-1-167,397 14 13,-392-5 0,1-24 0,-77-42 0,552 71 0,0-1 0,0 0 0,0-1 0,0 1 0,0-1 0,1 0 0,-1 0 0,0 0 0,1-1 0,0 1 0,-1-1 0,1 0 0,0-1 0,0 1 0,1-1 0,-6-7 0,5 6 0,2 0 0,-1-1 0,1 1 0,0-1 0,0 1 0,0-1 0,1 0 0,0 0 0,0 0 0,0 0 0,1 0 0,0 0 0,0 0 0,1-6 0,3-13 0,1 0 0,2 1 0,0-1 0,11-22 0,14-53 0,7-58 0,16-71 0,-43 166 0,6-109 0,-5-16 0,2-50 0,-15 229 0,1 0 0,0 0 0,0 0 0,0 0 0,2 0 0,-1 1 0,1-1 0,0 1 0,0 0 0,1 0 0,8-13 0,-8 16 0,0 0 0,0 0 0,0 1 0,0-1 0,1 1 0,0 0 0,0 0 0,0 1 0,0 0 0,1-1 0,-1 2 0,1-1 0,0 1 0,-1 0 0,1 0 0,0 0 0,11-1 0,14 2 0,1 1 0,-1 2 0,0 0 0,1 3 0,37 9 0,-11-2 0,124 18-682,285 13-1,-424-43-6143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27C1-F138-C4EF-04E5-6AA88E4E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23640-5063-46EB-1E1F-536BAA7FD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C280C-6C8D-DEAD-3500-253E7F76A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1BE1-3115-A6D3-3B27-2487DBB3F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92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398E-BA83-218E-DCD9-BE5660D9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C013D-CAF7-415E-35BE-616F6F839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AFB96-7C7F-E730-97B3-3D6830BB1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95E02-40EA-A2E5-DC50-805D03C3F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158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0869-A3CC-10F8-A52B-7BA785A7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68927-D8F7-490E-CD86-21F089A1F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C779A-3BAC-FF00-490D-F88F0061F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C5FDB-E181-97C5-96FA-0194EA58A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07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0B44-D9A1-599E-B457-BAFFD26A2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EEA6E-4E5E-24F1-0B6E-548C44455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E1D76-B3EB-0ADB-5BD6-8ACF1D55B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032CD-3791-EC4C-15AD-8C7EFF985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74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EADB5-F0CA-169C-D759-A127F0FD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E6F5E-6881-CB4F-FB0E-172E3010E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CADA0-AAC7-F6D5-F400-378F99ED9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88B37-521F-8599-39B4-D521A8478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17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C0E1D-0584-8F22-EC46-0D0DF967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86DFA-E322-00ED-0AA5-170E8180E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1C4DF-6F99-C943-F88B-5F7E79E58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AD737-9BEC-9297-0A12-B471F99A6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11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5C16-B6EA-EAE1-58A2-33931809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C0BBF-84FD-701D-8E54-4D1F44CCC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E87C9-68E9-DF95-1E89-45E24E1AE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7883F-E41A-EACF-4E54-31A98AA52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9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8.png"/><Relationship Id="rId21" Type="http://schemas.openxmlformats.org/officeDocument/2006/relationships/customXml" Target="../ink/ink10.xml"/><Relationship Id="rId42" Type="http://schemas.openxmlformats.org/officeDocument/2006/relationships/image" Target="../media/image86.png"/><Relationship Id="rId47" Type="http://schemas.openxmlformats.org/officeDocument/2006/relationships/image" Target="../media/image88.png"/><Relationship Id="rId63" Type="http://schemas.openxmlformats.org/officeDocument/2006/relationships/image" Target="../media/image96.png"/><Relationship Id="rId68" Type="http://schemas.openxmlformats.org/officeDocument/2006/relationships/customXml" Target="../ink/ink34.xml"/><Relationship Id="rId16" Type="http://schemas.openxmlformats.org/officeDocument/2006/relationships/image" Target="../media/image73.png"/><Relationship Id="rId11" Type="http://schemas.openxmlformats.org/officeDocument/2006/relationships/customXml" Target="../ink/ink5.xml"/><Relationship Id="rId32" Type="http://schemas.openxmlformats.org/officeDocument/2006/relationships/image" Target="../media/image81.png"/><Relationship Id="rId37" Type="http://schemas.openxmlformats.org/officeDocument/2006/relationships/customXml" Target="../ink/ink18.xml"/><Relationship Id="rId53" Type="http://schemas.openxmlformats.org/officeDocument/2006/relationships/image" Target="../media/image91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104.png"/><Relationship Id="rId5" Type="http://schemas.openxmlformats.org/officeDocument/2006/relationships/customXml" Target="../ink/ink2.xml"/><Relationship Id="rId61" Type="http://schemas.openxmlformats.org/officeDocument/2006/relationships/image" Target="../media/image95.png"/><Relationship Id="rId19" Type="http://schemas.openxmlformats.org/officeDocument/2006/relationships/customXml" Target="../ink/ink9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Relationship Id="rId27" Type="http://schemas.openxmlformats.org/officeDocument/2006/relationships/customXml" Target="../ink/ink13.xml"/><Relationship Id="rId30" Type="http://schemas.openxmlformats.org/officeDocument/2006/relationships/image" Target="../media/image80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99.png"/><Relationship Id="rId77" Type="http://schemas.openxmlformats.org/officeDocument/2006/relationships/image" Target="../media/image103.png"/><Relationship Id="rId8" Type="http://schemas.openxmlformats.org/officeDocument/2006/relationships/image" Target="../media/image68.png"/><Relationship Id="rId51" Type="http://schemas.openxmlformats.org/officeDocument/2006/relationships/image" Target="../media/image90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3" Type="http://schemas.openxmlformats.org/officeDocument/2006/relationships/customXml" Target="../ink/ink1.xml"/><Relationship Id="rId12" Type="http://schemas.openxmlformats.org/officeDocument/2006/relationships/image" Target="../media/image7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84.png"/><Relationship Id="rId46" Type="http://schemas.openxmlformats.org/officeDocument/2006/relationships/customXml" Target="../ink/ink23.xml"/><Relationship Id="rId59" Type="http://schemas.openxmlformats.org/officeDocument/2006/relationships/image" Target="../media/image94.png"/><Relationship Id="rId67" Type="http://schemas.openxmlformats.org/officeDocument/2006/relationships/image" Target="../media/image98.png"/><Relationship Id="rId20" Type="http://schemas.openxmlformats.org/officeDocument/2006/relationships/image" Target="../media/image75.png"/><Relationship Id="rId41" Type="http://schemas.openxmlformats.org/officeDocument/2006/relationships/customXml" Target="../ink/ink20.xml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79.png"/><Relationship Id="rId36" Type="http://schemas.openxmlformats.org/officeDocument/2006/relationships/image" Target="../media/image83.png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image" Target="../media/image70.png"/><Relationship Id="rId31" Type="http://schemas.openxmlformats.org/officeDocument/2006/relationships/customXml" Target="../ink/ink15.xml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97.png"/><Relationship Id="rId73" Type="http://schemas.openxmlformats.org/officeDocument/2006/relationships/image" Target="../media/image101.png"/><Relationship Id="rId78" Type="http://schemas.openxmlformats.org/officeDocument/2006/relationships/customXml" Target="../ink/ink39.xml"/><Relationship Id="rId81" Type="http://schemas.openxmlformats.org/officeDocument/2006/relationships/image" Target="../media/image105.png"/><Relationship Id="rId4" Type="http://schemas.openxmlformats.org/officeDocument/2006/relationships/image" Target="../media/image66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74.png"/><Relationship Id="rId39" Type="http://schemas.openxmlformats.org/officeDocument/2006/relationships/customXml" Target="../ink/ink19.xml"/><Relationship Id="rId34" Type="http://schemas.openxmlformats.org/officeDocument/2006/relationships/image" Target="../media/image82.png"/><Relationship Id="rId50" Type="http://schemas.openxmlformats.org/officeDocument/2006/relationships/customXml" Target="../ink/ink25.xml"/><Relationship Id="rId55" Type="http://schemas.openxmlformats.org/officeDocument/2006/relationships/image" Target="../media/image92.png"/><Relationship Id="rId76" Type="http://schemas.openxmlformats.org/officeDocument/2006/relationships/customXml" Target="../ink/ink38.xml"/><Relationship Id="rId7" Type="http://schemas.openxmlformats.org/officeDocument/2006/relationships/customXml" Target="../ink/ink3.xml"/><Relationship Id="rId71" Type="http://schemas.openxmlformats.org/officeDocument/2006/relationships/image" Target="../media/image100.png"/><Relationship Id="rId2" Type="http://schemas.openxmlformats.org/officeDocument/2006/relationships/image" Target="../media/image10.png"/><Relationship Id="rId29" Type="http://schemas.openxmlformats.org/officeDocument/2006/relationships/customXml" Target="../ink/ink14.xml"/><Relationship Id="rId24" Type="http://schemas.openxmlformats.org/officeDocument/2006/relationships/image" Target="../media/image77.png"/><Relationship Id="rId40" Type="http://schemas.openxmlformats.org/officeDocument/2006/relationships/image" Target="../media/image85.png"/><Relationship Id="rId45" Type="http://schemas.openxmlformats.org/officeDocument/2006/relationships/image" Target="../media/image87.png"/><Relationship Id="rId66" Type="http://schemas.openxmlformats.org/officeDocument/2006/relationships/customXml" Target="../ink/ink33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4.png"/><Relationship Id="rId21" Type="http://schemas.openxmlformats.org/officeDocument/2006/relationships/image" Target="../media/image115.png"/><Relationship Id="rId324" Type="http://schemas.openxmlformats.org/officeDocument/2006/relationships/customXml" Target="../ink/ink236.xml"/><Relationship Id="rId531" Type="http://schemas.openxmlformats.org/officeDocument/2006/relationships/customXml" Target="../ink/ink359.xml"/><Relationship Id="rId170" Type="http://schemas.openxmlformats.org/officeDocument/2006/relationships/customXml" Target="../ink/ink127.xml"/><Relationship Id="rId268" Type="http://schemas.openxmlformats.org/officeDocument/2006/relationships/customXml" Target="../ink/ink184.xml"/><Relationship Id="rId475" Type="http://schemas.openxmlformats.org/officeDocument/2006/relationships/customXml" Target="../ink/ink331.xml"/><Relationship Id="rId32" Type="http://schemas.openxmlformats.org/officeDocument/2006/relationships/customXml" Target="../ink/ink57.xml"/><Relationship Id="rId128" Type="http://schemas.openxmlformats.org/officeDocument/2006/relationships/customXml" Target="../ink/ink106.xml"/><Relationship Id="rId335" Type="http://schemas.openxmlformats.org/officeDocument/2006/relationships/customXml" Target="../ink/ink247.xml"/><Relationship Id="rId542" Type="http://schemas.openxmlformats.org/officeDocument/2006/relationships/image" Target="../media/image331.png"/><Relationship Id="rId181" Type="http://schemas.openxmlformats.org/officeDocument/2006/relationships/customXml" Target="../ink/ink133.xml"/><Relationship Id="rId402" Type="http://schemas.openxmlformats.org/officeDocument/2006/relationships/image" Target="../media/image264.png"/><Relationship Id="rId279" Type="http://schemas.openxmlformats.org/officeDocument/2006/relationships/customXml" Target="../ink/ink195.xml"/><Relationship Id="rId486" Type="http://schemas.openxmlformats.org/officeDocument/2006/relationships/image" Target="../media/image302.png"/><Relationship Id="rId43" Type="http://schemas.openxmlformats.org/officeDocument/2006/relationships/image" Target="../media/image124.png"/><Relationship Id="rId139" Type="http://schemas.openxmlformats.org/officeDocument/2006/relationships/image" Target="../media/image176.png"/><Relationship Id="rId346" Type="http://schemas.openxmlformats.org/officeDocument/2006/relationships/customXml" Target="../ink/ink258.xml"/><Relationship Id="rId553" Type="http://schemas.openxmlformats.org/officeDocument/2006/relationships/image" Target="../media/image336.png"/><Relationship Id="rId192" Type="http://schemas.openxmlformats.org/officeDocument/2006/relationships/image" Target="../media/image205.png"/><Relationship Id="rId206" Type="http://schemas.openxmlformats.org/officeDocument/2006/relationships/customXml" Target="../ink/ink146.xml"/><Relationship Id="rId413" Type="http://schemas.openxmlformats.org/officeDocument/2006/relationships/customXml" Target="../ink/ink298.xml"/><Relationship Id="rId497" Type="http://schemas.openxmlformats.org/officeDocument/2006/relationships/customXml" Target="../ink/ink342.xml"/><Relationship Id="rId357" Type="http://schemas.openxmlformats.org/officeDocument/2006/relationships/customXml" Target="../ink/ink267.xml"/><Relationship Id="rId54" Type="http://schemas.openxmlformats.org/officeDocument/2006/relationships/customXml" Target="../ink/ink68.xml"/><Relationship Id="rId217" Type="http://schemas.openxmlformats.org/officeDocument/2006/relationships/customXml" Target="../ink/ink153.xml"/><Relationship Id="rId424" Type="http://schemas.openxmlformats.org/officeDocument/2006/relationships/image" Target="../media/image273.png"/><Relationship Id="rId23" Type="http://schemas.openxmlformats.org/officeDocument/2006/relationships/image" Target="../media/image85.png"/><Relationship Id="rId119" Type="http://schemas.openxmlformats.org/officeDocument/2006/relationships/image" Target="../media/image165.png"/><Relationship Id="rId270" Type="http://schemas.openxmlformats.org/officeDocument/2006/relationships/customXml" Target="../ink/ink186.xml"/><Relationship Id="rId326" Type="http://schemas.openxmlformats.org/officeDocument/2006/relationships/customXml" Target="../ink/ink238.xml"/><Relationship Id="rId533" Type="http://schemas.openxmlformats.org/officeDocument/2006/relationships/customXml" Target="../ink/ink360.xml"/><Relationship Id="rId65" Type="http://schemas.openxmlformats.org/officeDocument/2006/relationships/image" Target="../media/image135.png"/><Relationship Id="rId130" Type="http://schemas.openxmlformats.org/officeDocument/2006/relationships/customXml" Target="../ink/ink107.xml"/><Relationship Id="rId368" Type="http://schemas.openxmlformats.org/officeDocument/2006/relationships/image" Target="../media/image248.png"/><Relationship Id="rId172" Type="http://schemas.openxmlformats.org/officeDocument/2006/relationships/customXml" Target="../ink/ink128.xml"/><Relationship Id="rId228" Type="http://schemas.openxmlformats.org/officeDocument/2006/relationships/customXml" Target="../ink/ink159.xml"/><Relationship Id="rId435" Type="http://schemas.openxmlformats.org/officeDocument/2006/relationships/customXml" Target="../ink/ink309.xml"/><Relationship Id="rId477" Type="http://schemas.openxmlformats.org/officeDocument/2006/relationships/customXml" Target="../ink/ink332.xml"/><Relationship Id="rId281" Type="http://schemas.openxmlformats.org/officeDocument/2006/relationships/customXml" Target="../ink/ink197.xml"/><Relationship Id="rId337" Type="http://schemas.openxmlformats.org/officeDocument/2006/relationships/customXml" Target="../ink/ink249.xml"/><Relationship Id="rId502" Type="http://schemas.openxmlformats.org/officeDocument/2006/relationships/image" Target="../media/image311.png"/><Relationship Id="rId34" Type="http://schemas.openxmlformats.org/officeDocument/2006/relationships/customXml" Target="../ink/ink58.xml"/><Relationship Id="rId76" Type="http://schemas.openxmlformats.org/officeDocument/2006/relationships/customXml" Target="../ink/ink80.xml"/><Relationship Id="rId141" Type="http://schemas.openxmlformats.org/officeDocument/2006/relationships/image" Target="../media/image177.png"/><Relationship Id="rId379" Type="http://schemas.openxmlformats.org/officeDocument/2006/relationships/customXml" Target="../ink/ink278.xml"/><Relationship Id="rId544" Type="http://schemas.openxmlformats.org/officeDocument/2006/relationships/image" Target="../media/image332.png"/><Relationship Id="rId7" Type="http://schemas.openxmlformats.org/officeDocument/2006/relationships/image" Target="../media/image108.png"/><Relationship Id="rId183" Type="http://schemas.openxmlformats.org/officeDocument/2006/relationships/customXml" Target="../ink/ink134.xml"/><Relationship Id="rId239" Type="http://schemas.openxmlformats.org/officeDocument/2006/relationships/image" Target="../media/image227.png"/><Relationship Id="rId390" Type="http://schemas.openxmlformats.org/officeDocument/2006/relationships/customXml" Target="../ink/ink284.xml"/><Relationship Id="rId404" Type="http://schemas.openxmlformats.org/officeDocument/2006/relationships/customXml" Target="../ink/ink292.xml"/><Relationship Id="rId446" Type="http://schemas.openxmlformats.org/officeDocument/2006/relationships/customXml" Target="../ink/ink315.xml"/><Relationship Id="rId250" Type="http://schemas.openxmlformats.org/officeDocument/2006/relationships/customXml" Target="../ink/ink171.xml"/><Relationship Id="rId292" Type="http://schemas.openxmlformats.org/officeDocument/2006/relationships/customXml" Target="../ink/ink208.xml"/><Relationship Id="rId306" Type="http://schemas.openxmlformats.org/officeDocument/2006/relationships/image" Target="../media/image238.png"/><Relationship Id="rId488" Type="http://schemas.openxmlformats.org/officeDocument/2006/relationships/image" Target="../media/image303.png"/><Relationship Id="rId45" Type="http://schemas.openxmlformats.org/officeDocument/2006/relationships/image" Target="../media/image125.png"/><Relationship Id="rId87" Type="http://schemas.openxmlformats.org/officeDocument/2006/relationships/image" Target="../media/image147.png"/><Relationship Id="rId110" Type="http://schemas.openxmlformats.org/officeDocument/2006/relationships/customXml" Target="../ink/ink97.xml"/><Relationship Id="rId348" Type="http://schemas.openxmlformats.org/officeDocument/2006/relationships/customXml" Target="../ink/ink260.xml"/><Relationship Id="rId513" Type="http://schemas.openxmlformats.org/officeDocument/2006/relationships/customXml" Target="../ink/ink350.xml"/><Relationship Id="rId555" Type="http://schemas.openxmlformats.org/officeDocument/2006/relationships/image" Target="../media/image337.png"/><Relationship Id="rId152" Type="http://schemas.openxmlformats.org/officeDocument/2006/relationships/customXml" Target="../ink/ink118.xml"/><Relationship Id="rId194" Type="http://schemas.openxmlformats.org/officeDocument/2006/relationships/image" Target="../media/image206.png"/><Relationship Id="rId208" Type="http://schemas.openxmlformats.org/officeDocument/2006/relationships/customXml" Target="../ink/ink147.xml"/><Relationship Id="rId415" Type="http://schemas.openxmlformats.org/officeDocument/2006/relationships/customXml" Target="../ink/ink299.xml"/><Relationship Id="rId457" Type="http://schemas.openxmlformats.org/officeDocument/2006/relationships/customXml" Target="../ink/ink322.xml"/><Relationship Id="rId261" Type="http://schemas.openxmlformats.org/officeDocument/2006/relationships/customXml" Target="../ink/ink178.xml"/><Relationship Id="rId499" Type="http://schemas.openxmlformats.org/officeDocument/2006/relationships/customXml" Target="../ink/ink343.xml"/><Relationship Id="rId14" Type="http://schemas.openxmlformats.org/officeDocument/2006/relationships/customXml" Target="../ink/ink47.xml"/><Relationship Id="rId56" Type="http://schemas.openxmlformats.org/officeDocument/2006/relationships/image" Target="../media/image131.png"/><Relationship Id="rId317" Type="http://schemas.openxmlformats.org/officeDocument/2006/relationships/customXml" Target="../ink/ink229.xml"/><Relationship Id="rId359" Type="http://schemas.openxmlformats.org/officeDocument/2006/relationships/customXml" Target="../ink/ink268.xml"/><Relationship Id="rId524" Type="http://schemas.openxmlformats.org/officeDocument/2006/relationships/image" Target="../media/image322.png"/><Relationship Id="rId98" Type="http://schemas.openxmlformats.org/officeDocument/2006/relationships/customXml" Target="../ink/ink91.xml"/><Relationship Id="rId121" Type="http://schemas.openxmlformats.org/officeDocument/2006/relationships/image" Target="../media/image166.png"/><Relationship Id="rId163" Type="http://schemas.openxmlformats.org/officeDocument/2006/relationships/image" Target="../media/image189.png"/><Relationship Id="rId219" Type="http://schemas.openxmlformats.org/officeDocument/2006/relationships/image" Target="../media/image217.png"/><Relationship Id="rId370" Type="http://schemas.openxmlformats.org/officeDocument/2006/relationships/image" Target="../media/image249.png"/><Relationship Id="rId426" Type="http://schemas.openxmlformats.org/officeDocument/2006/relationships/image" Target="../media/image274.png"/><Relationship Id="rId230" Type="http://schemas.openxmlformats.org/officeDocument/2006/relationships/customXml" Target="../ink/ink160.xml"/><Relationship Id="rId468" Type="http://schemas.openxmlformats.org/officeDocument/2006/relationships/image" Target="../media/image293.png"/><Relationship Id="rId25" Type="http://schemas.openxmlformats.org/officeDocument/2006/relationships/customXml" Target="../ink/ink53.xml"/><Relationship Id="rId67" Type="http://schemas.openxmlformats.org/officeDocument/2006/relationships/image" Target="../media/image136.png"/><Relationship Id="rId272" Type="http://schemas.openxmlformats.org/officeDocument/2006/relationships/customXml" Target="../ink/ink188.xml"/><Relationship Id="rId328" Type="http://schemas.openxmlformats.org/officeDocument/2006/relationships/customXml" Target="../ink/ink240.xml"/><Relationship Id="rId535" Type="http://schemas.openxmlformats.org/officeDocument/2006/relationships/customXml" Target="../ink/ink361.xml"/><Relationship Id="rId132" Type="http://schemas.openxmlformats.org/officeDocument/2006/relationships/customXml" Target="../ink/ink108.xml"/><Relationship Id="rId174" Type="http://schemas.openxmlformats.org/officeDocument/2006/relationships/customXml" Target="../ink/ink129.xml"/><Relationship Id="rId381" Type="http://schemas.openxmlformats.org/officeDocument/2006/relationships/customXml" Target="../ink/ink279.xml"/><Relationship Id="rId241" Type="http://schemas.openxmlformats.org/officeDocument/2006/relationships/customXml" Target="../ink/ink166.xml"/><Relationship Id="rId437" Type="http://schemas.openxmlformats.org/officeDocument/2006/relationships/customXml" Target="../ink/ink310.xml"/><Relationship Id="rId479" Type="http://schemas.openxmlformats.org/officeDocument/2006/relationships/customXml" Target="../ink/ink333.xml"/><Relationship Id="rId36" Type="http://schemas.openxmlformats.org/officeDocument/2006/relationships/customXml" Target="../ink/ink59.xml"/><Relationship Id="rId283" Type="http://schemas.openxmlformats.org/officeDocument/2006/relationships/customXml" Target="../ink/ink199.xml"/><Relationship Id="rId339" Type="http://schemas.openxmlformats.org/officeDocument/2006/relationships/customXml" Target="../ink/ink251.xml"/><Relationship Id="rId490" Type="http://schemas.openxmlformats.org/officeDocument/2006/relationships/image" Target="../media/image304.png"/><Relationship Id="rId504" Type="http://schemas.openxmlformats.org/officeDocument/2006/relationships/image" Target="../media/image312.png"/><Relationship Id="rId546" Type="http://schemas.openxmlformats.org/officeDocument/2006/relationships/image" Target="../media/image333.png"/><Relationship Id="rId78" Type="http://schemas.openxmlformats.org/officeDocument/2006/relationships/customXml" Target="../ink/ink81.xml"/><Relationship Id="rId101" Type="http://schemas.openxmlformats.org/officeDocument/2006/relationships/image" Target="../media/image155.png"/><Relationship Id="rId143" Type="http://schemas.openxmlformats.org/officeDocument/2006/relationships/image" Target="../media/image178.png"/><Relationship Id="rId185" Type="http://schemas.openxmlformats.org/officeDocument/2006/relationships/customXml" Target="../ink/ink135.xml"/><Relationship Id="rId350" Type="http://schemas.openxmlformats.org/officeDocument/2006/relationships/customXml" Target="../ink/ink262.xml"/><Relationship Id="rId406" Type="http://schemas.openxmlformats.org/officeDocument/2006/relationships/customXml" Target="../ink/ink294.xml"/><Relationship Id="rId9" Type="http://schemas.openxmlformats.org/officeDocument/2006/relationships/image" Target="../media/image109.png"/><Relationship Id="rId210" Type="http://schemas.openxmlformats.org/officeDocument/2006/relationships/customXml" Target="../ink/ink148.xml"/><Relationship Id="rId392" Type="http://schemas.openxmlformats.org/officeDocument/2006/relationships/image" Target="../media/image259.png"/><Relationship Id="rId448" Type="http://schemas.openxmlformats.org/officeDocument/2006/relationships/customXml" Target="../ink/ink317.xml"/><Relationship Id="rId252" Type="http://schemas.openxmlformats.org/officeDocument/2006/relationships/customXml" Target="../ink/ink172.xml"/><Relationship Id="rId294" Type="http://schemas.openxmlformats.org/officeDocument/2006/relationships/customXml" Target="../ink/ink210.xml"/><Relationship Id="rId308" Type="http://schemas.openxmlformats.org/officeDocument/2006/relationships/image" Target="../media/image239.png"/><Relationship Id="rId515" Type="http://schemas.openxmlformats.org/officeDocument/2006/relationships/customXml" Target="../ink/ink351.xml"/><Relationship Id="rId47" Type="http://schemas.openxmlformats.org/officeDocument/2006/relationships/image" Target="../media/image126.png"/><Relationship Id="rId89" Type="http://schemas.openxmlformats.org/officeDocument/2006/relationships/image" Target="../media/image148.png"/><Relationship Id="rId112" Type="http://schemas.openxmlformats.org/officeDocument/2006/relationships/customXml" Target="../ink/ink98.xml"/><Relationship Id="rId154" Type="http://schemas.openxmlformats.org/officeDocument/2006/relationships/customXml" Target="../ink/ink119.xml"/><Relationship Id="rId361" Type="http://schemas.openxmlformats.org/officeDocument/2006/relationships/customXml" Target="../ink/ink269.xml"/><Relationship Id="rId557" Type="http://schemas.openxmlformats.org/officeDocument/2006/relationships/image" Target="../media/image338.png"/><Relationship Id="rId196" Type="http://schemas.openxmlformats.org/officeDocument/2006/relationships/image" Target="../media/image207.png"/><Relationship Id="rId417" Type="http://schemas.openxmlformats.org/officeDocument/2006/relationships/customXml" Target="../ink/ink300.xml"/><Relationship Id="rId459" Type="http://schemas.openxmlformats.org/officeDocument/2006/relationships/customXml" Target="../ink/ink323.xml"/><Relationship Id="rId16" Type="http://schemas.openxmlformats.org/officeDocument/2006/relationships/customXml" Target="../ink/ink48.xml"/><Relationship Id="rId221" Type="http://schemas.openxmlformats.org/officeDocument/2006/relationships/image" Target="../media/image218.png"/><Relationship Id="rId263" Type="http://schemas.openxmlformats.org/officeDocument/2006/relationships/image" Target="../media/image236.png"/><Relationship Id="rId319" Type="http://schemas.openxmlformats.org/officeDocument/2006/relationships/customXml" Target="../ink/ink231.xml"/><Relationship Id="rId470" Type="http://schemas.openxmlformats.org/officeDocument/2006/relationships/image" Target="../media/image294.png"/><Relationship Id="rId526" Type="http://schemas.openxmlformats.org/officeDocument/2006/relationships/image" Target="../media/image323.png"/><Relationship Id="rId58" Type="http://schemas.openxmlformats.org/officeDocument/2006/relationships/image" Target="../media/image132.png"/><Relationship Id="rId123" Type="http://schemas.openxmlformats.org/officeDocument/2006/relationships/image" Target="../media/image167.png"/><Relationship Id="rId330" Type="http://schemas.openxmlformats.org/officeDocument/2006/relationships/customXml" Target="../ink/ink242.xml"/><Relationship Id="rId165" Type="http://schemas.openxmlformats.org/officeDocument/2006/relationships/image" Target="../media/image191.png"/><Relationship Id="rId372" Type="http://schemas.openxmlformats.org/officeDocument/2006/relationships/image" Target="../media/image250.png"/><Relationship Id="rId428" Type="http://schemas.openxmlformats.org/officeDocument/2006/relationships/image" Target="../media/image275.png"/><Relationship Id="rId232" Type="http://schemas.openxmlformats.org/officeDocument/2006/relationships/customXml" Target="../ink/ink161.xml"/><Relationship Id="rId274" Type="http://schemas.openxmlformats.org/officeDocument/2006/relationships/customXml" Target="../ink/ink190.xml"/><Relationship Id="rId481" Type="http://schemas.openxmlformats.org/officeDocument/2006/relationships/customXml" Target="../ink/ink334.xml"/><Relationship Id="rId27" Type="http://schemas.openxmlformats.org/officeDocument/2006/relationships/customXml" Target="../ink/ink54.xml"/><Relationship Id="rId69" Type="http://schemas.openxmlformats.org/officeDocument/2006/relationships/image" Target="../media/image137.png"/><Relationship Id="rId134" Type="http://schemas.openxmlformats.org/officeDocument/2006/relationships/customXml" Target="../ink/ink109.xml"/><Relationship Id="rId537" Type="http://schemas.openxmlformats.org/officeDocument/2006/relationships/customXml" Target="../ink/ink362.xml"/><Relationship Id="rId80" Type="http://schemas.openxmlformats.org/officeDocument/2006/relationships/customXml" Target="../ink/ink82.xml"/><Relationship Id="rId176" Type="http://schemas.openxmlformats.org/officeDocument/2006/relationships/customXml" Target="../ink/ink130.xml"/><Relationship Id="rId341" Type="http://schemas.openxmlformats.org/officeDocument/2006/relationships/customXml" Target="../ink/ink253.xml"/><Relationship Id="rId383" Type="http://schemas.openxmlformats.org/officeDocument/2006/relationships/customXml" Target="../ink/ink280.xml"/><Relationship Id="rId439" Type="http://schemas.openxmlformats.org/officeDocument/2006/relationships/customXml" Target="../ink/ink311.xml"/><Relationship Id="rId201" Type="http://schemas.openxmlformats.org/officeDocument/2006/relationships/customXml" Target="../ink/ink143.xml"/><Relationship Id="rId243" Type="http://schemas.openxmlformats.org/officeDocument/2006/relationships/image" Target="../media/image228.png"/><Relationship Id="rId285" Type="http://schemas.openxmlformats.org/officeDocument/2006/relationships/customXml" Target="../ink/ink201.xml"/><Relationship Id="rId450" Type="http://schemas.openxmlformats.org/officeDocument/2006/relationships/image" Target="../media/image284.png"/><Relationship Id="rId506" Type="http://schemas.openxmlformats.org/officeDocument/2006/relationships/image" Target="../media/image313.png"/><Relationship Id="rId38" Type="http://schemas.openxmlformats.org/officeDocument/2006/relationships/customXml" Target="../ink/ink60.xml"/><Relationship Id="rId103" Type="http://schemas.openxmlformats.org/officeDocument/2006/relationships/image" Target="../media/image156.png"/><Relationship Id="rId310" Type="http://schemas.openxmlformats.org/officeDocument/2006/relationships/customXml" Target="../ink/ink223.xml"/><Relationship Id="rId492" Type="http://schemas.openxmlformats.org/officeDocument/2006/relationships/image" Target="../media/image305.png"/><Relationship Id="rId548" Type="http://schemas.openxmlformats.org/officeDocument/2006/relationships/image" Target="../media/image334.png"/><Relationship Id="rId91" Type="http://schemas.openxmlformats.org/officeDocument/2006/relationships/image" Target="../media/image149.png"/><Relationship Id="rId145" Type="http://schemas.openxmlformats.org/officeDocument/2006/relationships/image" Target="../media/image179.png"/><Relationship Id="rId187" Type="http://schemas.openxmlformats.org/officeDocument/2006/relationships/customXml" Target="../ink/ink136.xml"/><Relationship Id="rId352" Type="http://schemas.openxmlformats.org/officeDocument/2006/relationships/customXml" Target="../ink/ink264.xml"/><Relationship Id="rId394" Type="http://schemas.openxmlformats.org/officeDocument/2006/relationships/image" Target="../media/image260.png"/><Relationship Id="rId408" Type="http://schemas.openxmlformats.org/officeDocument/2006/relationships/image" Target="../media/image265.png"/><Relationship Id="rId212" Type="http://schemas.openxmlformats.org/officeDocument/2006/relationships/image" Target="../media/image215.png"/><Relationship Id="rId254" Type="http://schemas.openxmlformats.org/officeDocument/2006/relationships/customXml" Target="../ink/ink173.xml"/><Relationship Id="rId49" Type="http://schemas.openxmlformats.org/officeDocument/2006/relationships/image" Target="../media/image127.png"/><Relationship Id="rId114" Type="http://schemas.openxmlformats.org/officeDocument/2006/relationships/customXml" Target="../ink/ink99.xml"/><Relationship Id="rId296" Type="http://schemas.openxmlformats.org/officeDocument/2006/relationships/customXml" Target="../ink/ink212.xml"/><Relationship Id="rId461" Type="http://schemas.openxmlformats.org/officeDocument/2006/relationships/customXml" Target="../ink/ink324.xml"/><Relationship Id="rId517" Type="http://schemas.openxmlformats.org/officeDocument/2006/relationships/customXml" Target="../ink/ink352.xml"/><Relationship Id="rId559" Type="http://schemas.openxmlformats.org/officeDocument/2006/relationships/image" Target="../media/image339.png"/><Relationship Id="rId60" Type="http://schemas.openxmlformats.org/officeDocument/2006/relationships/customXml" Target="../ink/ink72.xml"/><Relationship Id="rId156" Type="http://schemas.openxmlformats.org/officeDocument/2006/relationships/customXml" Target="../ink/ink120.xml"/><Relationship Id="rId198" Type="http://schemas.openxmlformats.org/officeDocument/2006/relationships/image" Target="../media/image208.png"/><Relationship Id="rId321" Type="http://schemas.openxmlformats.org/officeDocument/2006/relationships/customXml" Target="../ink/ink233.xml"/><Relationship Id="rId363" Type="http://schemas.openxmlformats.org/officeDocument/2006/relationships/customXml" Target="../ink/ink270.xml"/><Relationship Id="rId419" Type="http://schemas.openxmlformats.org/officeDocument/2006/relationships/customXml" Target="../ink/ink301.xml"/><Relationship Id="rId223" Type="http://schemas.openxmlformats.org/officeDocument/2006/relationships/image" Target="../media/image219.png"/><Relationship Id="rId430" Type="http://schemas.openxmlformats.org/officeDocument/2006/relationships/image" Target="../media/image276.png"/><Relationship Id="rId18" Type="http://schemas.openxmlformats.org/officeDocument/2006/relationships/customXml" Target="../ink/ink49.xml"/><Relationship Id="rId265" Type="http://schemas.openxmlformats.org/officeDocument/2006/relationships/customXml" Target="../ink/ink181.xml"/><Relationship Id="rId472" Type="http://schemas.openxmlformats.org/officeDocument/2006/relationships/image" Target="../media/image295.png"/><Relationship Id="rId528" Type="http://schemas.openxmlformats.org/officeDocument/2006/relationships/image" Target="../media/image324.png"/><Relationship Id="rId125" Type="http://schemas.openxmlformats.org/officeDocument/2006/relationships/image" Target="../media/image168.png"/><Relationship Id="rId167" Type="http://schemas.openxmlformats.org/officeDocument/2006/relationships/image" Target="../media/image192.png"/><Relationship Id="rId332" Type="http://schemas.openxmlformats.org/officeDocument/2006/relationships/customXml" Target="../ink/ink244.xml"/><Relationship Id="rId374" Type="http://schemas.openxmlformats.org/officeDocument/2006/relationships/image" Target="../media/image251.png"/><Relationship Id="rId71" Type="http://schemas.openxmlformats.org/officeDocument/2006/relationships/image" Target="../media/image138.png"/><Relationship Id="rId234" Type="http://schemas.openxmlformats.org/officeDocument/2006/relationships/customXml" Target="../ink/ink162.xml"/><Relationship Id="rId2" Type="http://schemas.openxmlformats.org/officeDocument/2006/relationships/customXml" Target="../ink/ink41.xml"/><Relationship Id="rId29" Type="http://schemas.openxmlformats.org/officeDocument/2006/relationships/customXml" Target="../ink/ink55.xml"/><Relationship Id="rId276" Type="http://schemas.openxmlformats.org/officeDocument/2006/relationships/customXml" Target="../ink/ink192.xml"/><Relationship Id="rId441" Type="http://schemas.openxmlformats.org/officeDocument/2006/relationships/customXml" Target="../ink/ink312.xml"/><Relationship Id="rId483" Type="http://schemas.openxmlformats.org/officeDocument/2006/relationships/customXml" Target="../ink/ink335.xml"/><Relationship Id="rId539" Type="http://schemas.openxmlformats.org/officeDocument/2006/relationships/customXml" Target="../ink/ink363.xml"/><Relationship Id="rId40" Type="http://schemas.openxmlformats.org/officeDocument/2006/relationships/customXml" Target="../ink/ink61.xml"/><Relationship Id="rId136" Type="http://schemas.openxmlformats.org/officeDocument/2006/relationships/customXml" Target="../ink/ink110.xml"/><Relationship Id="rId178" Type="http://schemas.openxmlformats.org/officeDocument/2006/relationships/customXml" Target="../ink/ink131.xml"/><Relationship Id="rId301" Type="http://schemas.openxmlformats.org/officeDocument/2006/relationships/customXml" Target="../ink/ink217.xml"/><Relationship Id="rId343" Type="http://schemas.openxmlformats.org/officeDocument/2006/relationships/customXml" Target="../ink/ink255.xml"/><Relationship Id="rId550" Type="http://schemas.openxmlformats.org/officeDocument/2006/relationships/image" Target="../media/image335.png"/><Relationship Id="rId82" Type="http://schemas.openxmlformats.org/officeDocument/2006/relationships/customXml" Target="../ink/ink83.xml"/><Relationship Id="rId203" Type="http://schemas.openxmlformats.org/officeDocument/2006/relationships/image" Target="../media/image211.png"/><Relationship Id="rId385" Type="http://schemas.openxmlformats.org/officeDocument/2006/relationships/customXml" Target="../ink/ink281.xml"/><Relationship Id="rId245" Type="http://schemas.openxmlformats.org/officeDocument/2006/relationships/image" Target="../media/image229.png"/><Relationship Id="rId287" Type="http://schemas.openxmlformats.org/officeDocument/2006/relationships/customXml" Target="../ink/ink203.xml"/><Relationship Id="rId410" Type="http://schemas.openxmlformats.org/officeDocument/2006/relationships/image" Target="../media/image266.png"/><Relationship Id="rId452" Type="http://schemas.openxmlformats.org/officeDocument/2006/relationships/image" Target="../media/image285.png"/><Relationship Id="rId494" Type="http://schemas.openxmlformats.org/officeDocument/2006/relationships/image" Target="../media/image306.png"/><Relationship Id="rId508" Type="http://schemas.openxmlformats.org/officeDocument/2006/relationships/image" Target="../media/image314.png"/><Relationship Id="rId105" Type="http://schemas.openxmlformats.org/officeDocument/2006/relationships/image" Target="../media/image157.png"/><Relationship Id="rId147" Type="http://schemas.openxmlformats.org/officeDocument/2006/relationships/image" Target="../media/image181.png"/><Relationship Id="rId312" Type="http://schemas.openxmlformats.org/officeDocument/2006/relationships/customXml" Target="../ink/ink224.xml"/><Relationship Id="rId354" Type="http://schemas.openxmlformats.org/officeDocument/2006/relationships/image" Target="../media/image241.png"/><Relationship Id="rId51" Type="http://schemas.openxmlformats.org/officeDocument/2006/relationships/image" Target="../media/image128.png"/><Relationship Id="rId93" Type="http://schemas.openxmlformats.org/officeDocument/2006/relationships/image" Target="../media/image151.png"/><Relationship Id="rId189" Type="http://schemas.openxmlformats.org/officeDocument/2006/relationships/customXml" Target="../ink/ink137.xml"/><Relationship Id="rId396" Type="http://schemas.openxmlformats.org/officeDocument/2006/relationships/image" Target="../media/image261.png"/><Relationship Id="rId561" Type="http://schemas.openxmlformats.org/officeDocument/2006/relationships/image" Target="../media/image340.png"/><Relationship Id="rId214" Type="http://schemas.openxmlformats.org/officeDocument/2006/relationships/customXml" Target="../ink/ink151.xml"/><Relationship Id="rId256" Type="http://schemas.openxmlformats.org/officeDocument/2006/relationships/customXml" Target="../ink/ink174.xml"/><Relationship Id="rId298" Type="http://schemas.openxmlformats.org/officeDocument/2006/relationships/customXml" Target="../ink/ink214.xml"/><Relationship Id="rId421" Type="http://schemas.openxmlformats.org/officeDocument/2006/relationships/customXml" Target="../ink/ink302.xml"/><Relationship Id="rId463" Type="http://schemas.openxmlformats.org/officeDocument/2006/relationships/customXml" Target="../ink/ink325.xml"/><Relationship Id="rId519" Type="http://schemas.openxmlformats.org/officeDocument/2006/relationships/customXml" Target="../ink/ink353.xml"/><Relationship Id="rId116" Type="http://schemas.openxmlformats.org/officeDocument/2006/relationships/customXml" Target="../ink/ink100.xml"/><Relationship Id="rId158" Type="http://schemas.openxmlformats.org/officeDocument/2006/relationships/customXml" Target="../ink/ink121.xml"/><Relationship Id="rId323" Type="http://schemas.openxmlformats.org/officeDocument/2006/relationships/customXml" Target="../ink/ink235.xml"/><Relationship Id="rId530" Type="http://schemas.openxmlformats.org/officeDocument/2006/relationships/image" Target="../media/image325.png"/><Relationship Id="rId20" Type="http://schemas.openxmlformats.org/officeDocument/2006/relationships/customXml" Target="../ink/ink50.xml"/><Relationship Id="rId62" Type="http://schemas.openxmlformats.org/officeDocument/2006/relationships/customXml" Target="../ink/ink73.xml"/><Relationship Id="rId365" Type="http://schemas.openxmlformats.org/officeDocument/2006/relationships/customXml" Target="../ink/ink271.xml"/><Relationship Id="rId225" Type="http://schemas.openxmlformats.org/officeDocument/2006/relationships/image" Target="../media/image220.png"/><Relationship Id="rId267" Type="http://schemas.openxmlformats.org/officeDocument/2006/relationships/customXml" Target="../ink/ink183.xml"/><Relationship Id="rId432" Type="http://schemas.openxmlformats.org/officeDocument/2006/relationships/image" Target="../media/image277.png"/><Relationship Id="rId474" Type="http://schemas.openxmlformats.org/officeDocument/2006/relationships/image" Target="../media/image296.png"/><Relationship Id="rId127" Type="http://schemas.openxmlformats.org/officeDocument/2006/relationships/image" Target="../media/image169.png"/><Relationship Id="rId31" Type="http://schemas.openxmlformats.org/officeDocument/2006/relationships/image" Target="../media/image117.png"/><Relationship Id="rId73" Type="http://schemas.openxmlformats.org/officeDocument/2006/relationships/image" Target="../media/image139.png"/><Relationship Id="rId169" Type="http://schemas.openxmlformats.org/officeDocument/2006/relationships/image" Target="../media/image193.png"/><Relationship Id="rId334" Type="http://schemas.openxmlformats.org/officeDocument/2006/relationships/customXml" Target="../ink/ink246.xml"/><Relationship Id="rId376" Type="http://schemas.openxmlformats.org/officeDocument/2006/relationships/image" Target="../media/image252.png"/><Relationship Id="rId541" Type="http://schemas.openxmlformats.org/officeDocument/2006/relationships/customXml" Target="../ink/ink364.xml"/><Relationship Id="rId4" Type="http://schemas.openxmlformats.org/officeDocument/2006/relationships/customXml" Target="../ink/ink42.xml"/><Relationship Id="rId180" Type="http://schemas.openxmlformats.org/officeDocument/2006/relationships/image" Target="../media/image198.png"/><Relationship Id="rId236" Type="http://schemas.openxmlformats.org/officeDocument/2006/relationships/customXml" Target="../ink/ink163.xml"/><Relationship Id="rId278" Type="http://schemas.openxmlformats.org/officeDocument/2006/relationships/customXml" Target="../ink/ink194.xml"/><Relationship Id="rId401" Type="http://schemas.openxmlformats.org/officeDocument/2006/relationships/customXml" Target="../ink/ink290.xml"/><Relationship Id="rId443" Type="http://schemas.openxmlformats.org/officeDocument/2006/relationships/customXml" Target="../ink/ink313.xml"/><Relationship Id="rId303" Type="http://schemas.openxmlformats.org/officeDocument/2006/relationships/customXml" Target="../ink/ink219.xml"/><Relationship Id="rId485" Type="http://schemas.openxmlformats.org/officeDocument/2006/relationships/customXml" Target="../ink/ink336.xml"/><Relationship Id="rId42" Type="http://schemas.openxmlformats.org/officeDocument/2006/relationships/customXml" Target="../ink/ink62.xml"/><Relationship Id="rId84" Type="http://schemas.openxmlformats.org/officeDocument/2006/relationships/customXml" Target="../ink/ink84.xml"/><Relationship Id="rId138" Type="http://schemas.openxmlformats.org/officeDocument/2006/relationships/customXml" Target="../ink/ink111.xml"/><Relationship Id="rId345" Type="http://schemas.openxmlformats.org/officeDocument/2006/relationships/customXml" Target="../ink/ink257.xml"/><Relationship Id="rId387" Type="http://schemas.openxmlformats.org/officeDocument/2006/relationships/customXml" Target="../ink/ink282.xml"/><Relationship Id="rId510" Type="http://schemas.openxmlformats.org/officeDocument/2006/relationships/image" Target="../media/image315.png"/><Relationship Id="rId552" Type="http://schemas.openxmlformats.org/officeDocument/2006/relationships/customXml" Target="../ink/ink370.xml"/><Relationship Id="rId191" Type="http://schemas.openxmlformats.org/officeDocument/2006/relationships/customXml" Target="../ink/ink138.xml"/><Relationship Id="rId205" Type="http://schemas.openxmlformats.org/officeDocument/2006/relationships/image" Target="../media/image212.png"/><Relationship Id="rId247" Type="http://schemas.openxmlformats.org/officeDocument/2006/relationships/image" Target="../media/image230.png"/><Relationship Id="rId412" Type="http://schemas.openxmlformats.org/officeDocument/2006/relationships/image" Target="../media/image267.png"/><Relationship Id="rId107" Type="http://schemas.openxmlformats.org/officeDocument/2006/relationships/image" Target="../media/image158.png"/><Relationship Id="rId289" Type="http://schemas.openxmlformats.org/officeDocument/2006/relationships/customXml" Target="../ink/ink205.xml"/><Relationship Id="rId454" Type="http://schemas.openxmlformats.org/officeDocument/2006/relationships/image" Target="../media/image286.png"/><Relationship Id="rId496" Type="http://schemas.openxmlformats.org/officeDocument/2006/relationships/image" Target="../media/image307.png"/><Relationship Id="rId11" Type="http://schemas.openxmlformats.org/officeDocument/2006/relationships/image" Target="../media/image110.png"/><Relationship Id="rId53" Type="http://schemas.openxmlformats.org/officeDocument/2006/relationships/image" Target="../media/image129.png"/><Relationship Id="rId149" Type="http://schemas.openxmlformats.org/officeDocument/2006/relationships/image" Target="../media/image182.png"/><Relationship Id="rId314" Type="http://schemas.openxmlformats.org/officeDocument/2006/relationships/customXml" Target="../ink/ink226.xml"/><Relationship Id="rId356" Type="http://schemas.openxmlformats.org/officeDocument/2006/relationships/image" Target="../media/image242.png"/><Relationship Id="rId398" Type="http://schemas.openxmlformats.org/officeDocument/2006/relationships/image" Target="../media/image262.png"/><Relationship Id="rId521" Type="http://schemas.openxmlformats.org/officeDocument/2006/relationships/customXml" Target="../ink/ink354.xml"/><Relationship Id="rId95" Type="http://schemas.openxmlformats.org/officeDocument/2006/relationships/image" Target="../media/image152.png"/><Relationship Id="rId160" Type="http://schemas.openxmlformats.org/officeDocument/2006/relationships/customXml" Target="../ink/ink122.xml"/><Relationship Id="rId216" Type="http://schemas.openxmlformats.org/officeDocument/2006/relationships/customXml" Target="../ink/ink152.xml"/><Relationship Id="rId423" Type="http://schemas.openxmlformats.org/officeDocument/2006/relationships/customXml" Target="../ink/ink303.xml"/><Relationship Id="rId258" Type="http://schemas.openxmlformats.org/officeDocument/2006/relationships/image" Target="../media/image235.png"/><Relationship Id="rId465" Type="http://schemas.openxmlformats.org/officeDocument/2006/relationships/customXml" Target="../ink/ink326.xml"/><Relationship Id="rId22" Type="http://schemas.openxmlformats.org/officeDocument/2006/relationships/customXml" Target="../ink/ink51.xml"/><Relationship Id="rId64" Type="http://schemas.openxmlformats.org/officeDocument/2006/relationships/customXml" Target="../ink/ink74.xml"/><Relationship Id="rId118" Type="http://schemas.openxmlformats.org/officeDocument/2006/relationships/customXml" Target="../ink/ink101.xml"/><Relationship Id="rId325" Type="http://schemas.openxmlformats.org/officeDocument/2006/relationships/customXml" Target="../ink/ink237.xml"/><Relationship Id="rId367" Type="http://schemas.openxmlformats.org/officeDocument/2006/relationships/customXml" Target="../ink/ink272.xml"/><Relationship Id="rId532" Type="http://schemas.openxmlformats.org/officeDocument/2006/relationships/image" Target="../media/image326.png"/><Relationship Id="rId171" Type="http://schemas.openxmlformats.org/officeDocument/2006/relationships/image" Target="../media/image194.png"/><Relationship Id="rId227" Type="http://schemas.openxmlformats.org/officeDocument/2006/relationships/image" Target="../media/image221.png"/><Relationship Id="rId269" Type="http://schemas.openxmlformats.org/officeDocument/2006/relationships/customXml" Target="../ink/ink185.xml"/><Relationship Id="rId434" Type="http://schemas.openxmlformats.org/officeDocument/2006/relationships/image" Target="../media/image278.png"/><Relationship Id="rId476" Type="http://schemas.openxmlformats.org/officeDocument/2006/relationships/image" Target="../media/image297.png"/><Relationship Id="rId33" Type="http://schemas.openxmlformats.org/officeDocument/2006/relationships/image" Target="../media/image118.png"/><Relationship Id="rId129" Type="http://schemas.openxmlformats.org/officeDocument/2006/relationships/image" Target="../media/image171.png"/><Relationship Id="rId280" Type="http://schemas.openxmlformats.org/officeDocument/2006/relationships/customXml" Target="../ink/ink196.xml"/><Relationship Id="rId336" Type="http://schemas.openxmlformats.org/officeDocument/2006/relationships/customXml" Target="../ink/ink248.xml"/><Relationship Id="rId501" Type="http://schemas.openxmlformats.org/officeDocument/2006/relationships/customXml" Target="../ink/ink344.xml"/><Relationship Id="rId543" Type="http://schemas.openxmlformats.org/officeDocument/2006/relationships/customXml" Target="../ink/ink365.xml"/><Relationship Id="rId75" Type="http://schemas.openxmlformats.org/officeDocument/2006/relationships/image" Target="../media/image141.png"/><Relationship Id="rId140" Type="http://schemas.openxmlformats.org/officeDocument/2006/relationships/customXml" Target="../ink/ink112.xml"/><Relationship Id="rId182" Type="http://schemas.openxmlformats.org/officeDocument/2006/relationships/image" Target="../media/image199.png"/><Relationship Id="rId378" Type="http://schemas.openxmlformats.org/officeDocument/2006/relationships/image" Target="../media/image253.png"/><Relationship Id="rId403" Type="http://schemas.openxmlformats.org/officeDocument/2006/relationships/customXml" Target="../ink/ink291.xml"/><Relationship Id="rId6" Type="http://schemas.openxmlformats.org/officeDocument/2006/relationships/customXml" Target="../ink/ink43.xml"/><Relationship Id="rId238" Type="http://schemas.openxmlformats.org/officeDocument/2006/relationships/customXml" Target="../ink/ink164.xml"/><Relationship Id="rId445" Type="http://schemas.openxmlformats.org/officeDocument/2006/relationships/image" Target="../media/image283.png"/><Relationship Id="rId487" Type="http://schemas.openxmlformats.org/officeDocument/2006/relationships/customXml" Target="../ink/ink337.xml"/><Relationship Id="rId291" Type="http://schemas.openxmlformats.org/officeDocument/2006/relationships/customXml" Target="../ink/ink207.xml"/><Relationship Id="rId305" Type="http://schemas.openxmlformats.org/officeDocument/2006/relationships/customXml" Target="../ink/ink220.xml"/><Relationship Id="rId347" Type="http://schemas.openxmlformats.org/officeDocument/2006/relationships/customXml" Target="../ink/ink259.xml"/><Relationship Id="rId512" Type="http://schemas.openxmlformats.org/officeDocument/2006/relationships/image" Target="../media/image316.png"/><Relationship Id="rId44" Type="http://schemas.openxmlformats.org/officeDocument/2006/relationships/customXml" Target="../ink/ink63.xml"/><Relationship Id="rId86" Type="http://schemas.openxmlformats.org/officeDocument/2006/relationships/customXml" Target="../ink/ink85.xml"/><Relationship Id="rId151" Type="http://schemas.openxmlformats.org/officeDocument/2006/relationships/image" Target="../media/image183.png"/><Relationship Id="rId389" Type="http://schemas.openxmlformats.org/officeDocument/2006/relationships/image" Target="../media/image258.png"/><Relationship Id="rId554" Type="http://schemas.openxmlformats.org/officeDocument/2006/relationships/customXml" Target="../ink/ink371.xml"/><Relationship Id="rId193" Type="http://schemas.openxmlformats.org/officeDocument/2006/relationships/customXml" Target="../ink/ink139.xml"/><Relationship Id="rId207" Type="http://schemas.openxmlformats.org/officeDocument/2006/relationships/image" Target="../media/image213.png"/><Relationship Id="rId249" Type="http://schemas.openxmlformats.org/officeDocument/2006/relationships/image" Target="../media/image231.png"/><Relationship Id="rId414" Type="http://schemas.openxmlformats.org/officeDocument/2006/relationships/image" Target="../media/image268.png"/><Relationship Id="rId456" Type="http://schemas.openxmlformats.org/officeDocument/2006/relationships/image" Target="../media/image287.png"/><Relationship Id="rId498" Type="http://schemas.openxmlformats.org/officeDocument/2006/relationships/image" Target="../media/image308.png"/><Relationship Id="rId13" Type="http://schemas.openxmlformats.org/officeDocument/2006/relationships/image" Target="../media/image111.png"/><Relationship Id="rId109" Type="http://schemas.openxmlformats.org/officeDocument/2006/relationships/image" Target="../media/image159.png"/><Relationship Id="rId260" Type="http://schemas.openxmlformats.org/officeDocument/2006/relationships/customXml" Target="../ink/ink177.xml"/><Relationship Id="rId316" Type="http://schemas.openxmlformats.org/officeDocument/2006/relationships/customXml" Target="../ink/ink228.xml"/><Relationship Id="rId523" Type="http://schemas.openxmlformats.org/officeDocument/2006/relationships/customXml" Target="../ink/ink355.xml"/><Relationship Id="rId55" Type="http://schemas.openxmlformats.org/officeDocument/2006/relationships/customXml" Target="../ink/ink69.xml"/><Relationship Id="rId97" Type="http://schemas.openxmlformats.org/officeDocument/2006/relationships/image" Target="../media/image153.png"/><Relationship Id="rId120" Type="http://schemas.openxmlformats.org/officeDocument/2006/relationships/customXml" Target="../ink/ink102.xml"/><Relationship Id="rId358" Type="http://schemas.openxmlformats.org/officeDocument/2006/relationships/image" Target="../media/image243.png"/><Relationship Id="rId162" Type="http://schemas.openxmlformats.org/officeDocument/2006/relationships/customXml" Target="../ink/ink123.xml"/><Relationship Id="rId218" Type="http://schemas.openxmlformats.org/officeDocument/2006/relationships/customXml" Target="../ink/ink154.xml"/><Relationship Id="rId425" Type="http://schemas.openxmlformats.org/officeDocument/2006/relationships/customXml" Target="../ink/ink304.xml"/><Relationship Id="rId467" Type="http://schemas.openxmlformats.org/officeDocument/2006/relationships/customXml" Target="../ink/ink327.xml"/><Relationship Id="rId271" Type="http://schemas.openxmlformats.org/officeDocument/2006/relationships/customXml" Target="../ink/ink187.xml"/><Relationship Id="rId24" Type="http://schemas.openxmlformats.org/officeDocument/2006/relationships/customXml" Target="../ink/ink52.xml"/><Relationship Id="rId66" Type="http://schemas.openxmlformats.org/officeDocument/2006/relationships/customXml" Target="../ink/ink75.xml"/><Relationship Id="rId131" Type="http://schemas.openxmlformats.org/officeDocument/2006/relationships/image" Target="../media/image172.png"/><Relationship Id="rId327" Type="http://schemas.openxmlformats.org/officeDocument/2006/relationships/customXml" Target="../ink/ink239.xml"/><Relationship Id="rId369" Type="http://schemas.openxmlformats.org/officeDocument/2006/relationships/customXml" Target="../ink/ink273.xml"/><Relationship Id="rId534" Type="http://schemas.openxmlformats.org/officeDocument/2006/relationships/image" Target="../media/image327.png"/><Relationship Id="rId173" Type="http://schemas.openxmlformats.org/officeDocument/2006/relationships/image" Target="../media/image195.png"/><Relationship Id="rId229" Type="http://schemas.openxmlformats.org/officeDocument/2006/relationships/image" Target="../media/image222.png"/><Relationship Id="rId380" Type="http://schemas.openxmlformats.org/officeDocument/2006/relationships/image" Target="../media/image254.png"/><Relationship Id="rId436" Type="http://schemas.openxmlformats.org/officeDocument/2006/relationships/image" Target="../media/image279.png"/><Relationship Id="rId240" Type="http://schemas.openxmlformats.org/officeDocument/2006/relationships/customXml" Target="../ink/ink165.xml"/><Relationship Id="rId478" Type="http://schemas.openxmlformats.org/officeDocument/2006/relationships/image" Target="../media/image298.png"/><Relationship Id="rId35" Type="http://schemas.openxmlformats.org/officeDocument/2006/relationships/image" Target="../media/image119.png"/><Relationship Id="rId77" Type="http://schemas.openxmlformats.org/officeDocument/2006/relationships/image" Target="../media/image142.png"/><Relationship Id="rId100" Type="http://schemas.openxmlformats.org/officeDocument/2006/relationships/customXml" Target="../ink/ink92.xml"/><Relationship Id="rId282" Type="http://schemas.openxmlformats.org/officeDocument/2006/relationships/customXml" Target="../ink/ink198.xml"/><Relationship Id="rId338" Type="http://schemas.openxmlformats.org/officeDocument/2006/relationships/customXml" Target="../ink/ink250.xml"/><Relationship Id="rId503" Type="http://schemas.openxmlformats.org/officeDocument/2006/relationships/customXml" Target="../ink/ink345.xml"/><Relationship Id="rId545" Type="http://schemas.openxmlformats.org/officeDocument/2006/relationships/customXml" Target="../ink/ink366.xml"/><Relationship Id="rId8" Type="http://schemas.openxmlformats.org/officeDocument/2006/relationships/customXml" Target="../ink/ink44.xml"/><Relationship Id="rId142" Type="http://schemas.openxmlformats.org/officeDocument/2006/relationships/customXml" Target="../ink/ink113.xml"/><Relationship Id="rId184" Type="http://schemas.openxmlformats.org/officeDocument/2006/relationships/image" Target="../media/image201.png"/><Relationship Id="rId391" Type="http://schemas.openxmlformats.org/officeDocument/2006/relationships/customXml" Target="../ink/ink285.xml"/><Relationship Id="rId405" Type="http://schemas.openxmlformats.org/officeDocument/2006/relationships/customXml" Target="../ink/ink293.xml"/><Relationship Id="rId447" Type="http://schemas.openxmlformats.org/officeDocument/2006/relationships/customXml" Target="../ink/ink316.xml"/><Relationship Id="rId251" Type="http://schemas.openxmlformats.org/officeDocument/2006/relationships/image" Target="../media/image232.png"/><Relationship Id="rId489" Type="http://schemas.openxmlformats.org/officeDocument/2006/relationships/customXml" Target="../ink/ink338.xml"/><Relationship Id="rId46" Type="http://schemas.openxmlformats.org/officeDocument/2006/relationships/customXml" Target="../ink/ink64.xml"/><Relationship Id="rId293" Type="http://schemas.openxmlformats.org/officeDocument/2006/relationships/customXml" Target="../ink/ink209.xml"/><Relationship Id="rId307" Type="http://schemas.openxmlformats.org/officeDocument/2006/relationships/customXml" Target="../ink/ink221.xml"/><Relationship Id="rId349" Type="http://schemas.openxmlformats.org/officeDocument/2006/relationships/customXml" Target="../ink/ink261.xml"/><Relationship Id="rId514" Type="http://schemas.openxmlformats.org/officeDocument/2006/relationships/image" Target="../media/image317.png"/><Relationship Id="rId556" Type="http://schemas.openxmlformats.org/officeDocument/2006/relationships/customXml" Target="../ink/ink372.xml"/><Relationship Id="rId88" Type="http://schemas.openxmlformats.org/officeDocument/2006/relationships/customXml" Target="../ink/ink86.xml"/><Relationship Id="rId111" Type="http://schemas.openxmlformats.org/officeDocument/2006/relationships/image" Target="../media/image161.png"/><Relationship Id="rId153" Type="http://schemas.openxmlformats.org/officeDocument/2006/relationships/image" Target="../media/image184.png"/><Relationship Id="rId195" Type="http://schemas.openxmlformats.org/officeDocument/2006/relationships/customXml" Target="../ink/ink140.xml"/><Relationship Id="rId209" Type="http://schemas.openxmlformats.org/officeDocument/2006/relationships/image" Target="../media/image214.png"/><Relationship Id="rId360" Type="http://schemas.openxmlformats.org/officeDocument/2006/relationships/image" Target="../media/image244.png"/><Relationship Id="rId416" Type="http://schemas.openxmlformats.org/officeDocument/2006/relationships/image" Target="../media/image269.png"/><Relationship Id="rId220" Type="http://schemas.openxmlformats.org/officeDocument/2006/relationships/customXml" Target="../ink/ink155.xml"/><Relationship Id="rId458" Type="http://schemas.openxmlformats.org/officeDocument/2006/relationships/image" Target="../media/image288.png"/><Relationship Id="rId15" Type="http://schemas.openxmlformats.org/officeDocument/2006/relationships/image" Target="../media/image112.png"/><Relationship Id="rId57" Type="http://schemas.openxmlformats.org/officeDocument/2006/relationships/customXml" Target="../ink/ink70.xml"/><Relationship Id="rId262" Type="http://schemas.openxmlformats.org/officeDocument/2006/relationships/customXml" Target="../ink/ink179.xml"/><Relationship Id="rId318" Type="http://schemas.openxmlformats.org/officeDocument/2006/relationships/customXml" Target="../ink/ink230.xml"/><Relationship Id="rId525" Type="http://schemas.openxmlformats.org/officeDocument/2006/relationships/customXml" Target="../ink/ink356.xml"/><Relationship Id="rId99" Type="http://schemas.openxmlformats.org/officeDocument/2006/relationships/image" Target="../media/image154.png"/><Relationship Id="rId122" Type="http://schemas.openxmlformats.org/officeDocument/2006/relationships/customXml" Target="../ink/ink103.xml"/><Relationship Id="rId164" Type="http://schemas.openxmlformats.org/officeDocument/2006/relationships/customXml" Target="../ink/ink124.xml"/><Relationship Id="rId371" Type="http://schemas.openxmlformats.org/officeDocument/2006/relationships/customXml" Target="../ink/ink274.xml"/><Relationship Id="rId427" Type="http://schemas.openxmlformats.org/officeDocument/2006/relationships/customXml" Target="../ink/ink305.xml"/><Relationship Id="rId469" Type="http://schemas.openxmlformats.org/officeDocument/2006/relationships/customXml" Target="../ink/ink328.xml"/><Relationship Id="rId26" Type="http://schemas.openxmlformats.org/officeDocument/2006/relationships/image" Target="../media/image76.png"/><Relationship Id="rId231" Type="http://schemas.openxmlformats.org/officeDocument/2006/relationships/image" Target="../media/image223.png"/><Relationship Id="rId273" Type="http://schemas.openxmlformats.org/officeDocument/2006/relationships/customXml" Target="../ink/ink189.xml"/><Relationship Id="rId329" Type="http://schemas.openxmlformats.org/officeDocument/2006/relationships/customXml" Target="../ink/ink241.xml"/><Relationship Id="rId480" Type="http://schemas.openxmlformats.org/officeDocument/2006/relationships/image" Target="../media/image299.png"/><Relationship Id="rId536" Type="http://schemas.openxmlformats.org/officeDocument/2006/relationships/image" Target="../media/image328.png"/><Relationship Id="rId68" Type="http://schemas.openxmlformats.org/officeDocument/2006/relationships/customXml" Target="../ink/ink76.xml"/><Relationship Id="rId133" Type="http://schemas.openxmlformats.org/officeDocument/2006/relationships/image" Target="../media/image173.png"/><Relationship Id="rId175" Type="http://schemas.openxmlformats.org/officeDocument/2006/relationships/image" Target="../media/image196.png"/><Relationship Id="rId340" Type="http://schemas.openxmlformats.org/officeDocument/2006/relationships/customXml" Target="../ink/ink252.xml"/><Relationship Id="rId200" Type="http://schemas.openxmlformats.org/officeDocument/2006/relationships/image" Target="../media/image209.png"/><Relationship Id="rId382" Type="http://schemas.openxmlformats.org/officeDocument/2006/relationships/image" Target="../media/image255.png"/><Relationship Id="rId438" Type="http://schemas.openxmlformats.org/officeDocument/2006/relationships/image" Target="../media/image280.png"/><Relationship Id="rId242" Type="http://schemas.openxmlformats.org/officeDocument/2006/relationships/customXml" Target="../ink/ink167.xml"/><Relationship Id="rId284" Type="http://schemas.openxmlformats.org/officeDocument/2006/relationships/customXml" Target="../ink/ink200.xml"/><Relationship Id="rId491" Type="http://schemas.openxmlformats.org/officeDocument/2006/relationships/customXml" Target="../ink/ink339.xml"/><Relationship Id="rId505" Type="http://schemas.openxmlformats.org/officeDocument/2006/relationships/customXml" Target="../ink/ink346.xml"/><Relationship Id="rId37" Type="http://schemas.openxmlformats.org/officeDocument/2006/relationships/image" Target="../media/image121.png"/><Relationship Id="rId79" Type="http://schemas.openxmlformats.org/officeDocument/2006/relationships/image" Target="../media/image143.png"/><Relationship Id="rId102" Type="http://schemas.openxmlformats.org/officeDocument/2006/relationships/customXml" Target="../ink/ink93.xml"/><Relationship Id="rId144" Type="http://schemas.openxmlformats.org/officeDocument/2006/relationships/customXml" Target="../ink/ink114.xml"/><Relationship Id="rId547" Type="http://schemas.openxmlformats.org/officeDocument/2006/relationships/customXml" Target="../ink/ink367.xml"/><Relationship Id="rId90" Type="http://schemas.openxmlformats.org/officeDocument/2006/relationships/customXml" Target="../ink/ink87.xml"/><Relationship Id="rId186" Type="http://schemas.openxmlformats.org/officeDocument/2006/relationships/image" Target="../media/image202.png"/><Relationship Id="rId351" Type="http://schemas.openxmlformats.org/officeDocument/2006/relationships/customXml" Target="../ink/ink263.xml"/><Relationship Id="rId393" Type="http://schemas.openxmlformats.org/officeDocument/2006/relationships/customXml" Target="../ink/ink286.xml"/><Relationship Id="rId407" Type="http://schemas.openxmlformats.org/officeDocument/2006/relationships/customXml" Target="../ink/ink295.xml"/><Relationship Id="rId449" Type="http://schemas.openxmlformats.org/officeDocument/2006/relationships/customXml" Target="../ink/ink318.xml"/><Relationship Id="rId211" Type="http://schemas.openxmlformats.org/officeDocument/2006/relationships/customXml" Target="../ink/ink149.xml"/><Relationship Id="rId253" Type="http://schemas.openxmlformats.org/officeDocument/2006/relationships/image" Target="../media/image233.png"/><Relationship Id="rId295" Type="http://schemas.openxmlformats.org/officeDocument/2006/relationships/customXml" Target="../ink/ink211.xml"/><Relationship Id="rId309" Type="http://schemas.openxmlformats.org/officeDocument/2006/relationships/customXml" Target="../ink/ink222.xml"/><Relationship Id="rId460" Type="http://schemas.openxmlformats.org/officeDocument/2006/relationships/image" Target="../media/image289.png"/><Relationship Id="rId516" Type="http://schemas.openxmlformats.org/officeDocument/2006/relationships/image" Target="../media/image318.png"/><Relationship Id="rId48" Type="http://schemas.openxmlformats.org/officeDocument/2006/relationships/customXml" Target="../ink/ink65.xml"/><Relationship Id="rId113" Type="http://schemas.openxmlformats.org/officeDocument/2006/relationships/image" Target="../media/image162.png"/><Relationship Id="rId320" Type="http://schemas.openxmlformats.org/officeDocument/2006/relationships/customXml" Target="../ink/ink232.xml"/><Relationship Id="rId558" Type="http://schemas.openxmlformats.org/officeDocument/2006/relationships/customXml" Target="../ink/ink373.xml"/><Relationship Id="rId155" Type="http://schemas.openxmlformats.org/officeDocument/2006/relationships/image" Target="../media/image185.png"/><Relationship Id="rId197" Type="http://schemas.openxmlformats.org/officeDocument/2006/relationships/customXml" Target="../ink/ink141.xml"/><Relationship Id="rId362" Type="http://schemas.openxmlformats.org/officeDocument/2006/relationships/image" Target="../media/image245.png"/><Relationship Id="rId418" Type="http://schemas.openxmlformats.org/officeDocument/2006/relationships/image" Target="../media/image270.png"/><Relationship Id="rId222" Type="http://schemas.openxmlformats.org/officeDocument/2006/relationships/customXml" Target="../ink/ink156.xml"/><Relationship Id="rId264" Type="http://schemas.openxmlformats.org/officeDocument/2006/relationships/customXml" Target="../ink/ink180.xml"/><Relationship Id="rId471" Type="http://schemas.openxmlformats.org/officeDocument/2006/relationships/customXml" Target="../ink/ink329.xml"/><Relationship Id="rId17" Type="http://schemas.openxmlformats.org/officeDocument/2006/relationships/image" Target="../media/image113.png"/><Relationship Id="rId59" Type="http://schemas.openxmlformats.org/officeDocument/2006/relationships/customXml" Target="../ink/ink71.xml"/><Relationship Id="rId124" Type="http://schemas.openxmlformats.org/officeDocument/2006/relationships/customXml" Target="../ink/ink104.xml"/><Relationship Id="rId527" Type="http://schemas.openxmlformats.org/officeDocument/2006/relationships/customXml" Target="../ink/ink357.xml"/><Relationship Id="rId70" Type="http://schemas.openxmlformats.org/officeDocument/2006/relationships/customXml" Target="../ink/ink77.xml"/><Relationship Id="rId166" Type="http://schemas.openxmlformats.org/officeDocument/2006/relationships/customXml" Target="../ink/ink125.xml"/><Relationship Id="rId331" Type="http://schemas.openxmlformats.org/officeDocument/2006/relationships/customXml" Target="../ink/ink243.xml"/><Relationship Id="rId373" Type="http://schemas.openxmlformats.org/officeDocument/2006/relationships/customXml" Target="../ink/ink275.xml"/><Relationship Id="rId429" Type="http://schemas.openxmlformats.org/officeDocument/2006/relationships/customXml" Target="../ink/ink30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24.png"/><Relationship Id="rId440" Type="http://schemas.openxmlformats.org/officeDocument/2006/relationships/image" Target="../media/image281.png"/><Relationship Id="rId28" Type="http://schemas.openxmlformats.org/officeDocument/2006/relationships/image" Target="../media/image116.png"/><Relationship Id="rId275" Type="http://schemas.openxmlformats.org/officeDocument/2006/relationships/customXml" Target="../ink/ink191.xml"/><Relationship Id="rId300" Type="http://schemas.openxmlformats.org/officeDocument/2006/relationships/customXml" Target="../ink/ink216.xml"/><Relationship Id="rId482" Type="http://schemas.openxmlformats.org/officeDocument/2006/relationships/image" Target="../media/image300.png"/><Relationship Id="rId538" Type="http://schemas.openxmlformats.org/officeDocument/2006/relationships/image" Target="../media/image329.png"/><Relationship Id="rId81" Type="http://schemas.openxmlformats.org/officeDocument/2006/relationships/image" Target="../media/image144.png"/><Relationship Id="rId135" Type="http://schemas.openxmlformats.org/officeDocument/2006/relationships/image" Target="../media/image174.png"/><Relationship Id="rId177" Type="http://schemas.openxmlformats.org/officeDocument/2006/relationships/image" Target="../media/image197.png"/><Relationship Id="rId342" Type="http://schemas.openxmlformats.org/officeDocument/2006/relationships/customXml" Target="../ink/ink254.xml"/><Relationship Id="rId384" Type="http://schemas.openxmlformats.org/officeDocument/2006/relationships/image" Target="../media/image256.png"/><Relationship Id="rId202" Type="http://schemas.openxmlformats.org/officeDocument/2006/relationships/customXml" Target="../ink/ink144.xml"/><Relationship Id="rId244" Type="http://schemas.openxmlformats.org/officeDocument/2006/relationships/customXml" Target="../ink/ink168.xml"/><Relationship Id="rId39" Type="http://schemas.openxmlformats.org/officeDocument/2006/relationships/image" Target="../media/image122.png"/><Relationship Id="rId286" Type="http://schemas.openxmlformats.org/officeDocument/2006/relationships/customXml" Target="../ink/ink202.xml"/><Relationship Id="rId451" Type="http://schemas.openxmlformats.org/officeDocument/2006/relationships/customXml" Target="../ink/ink319.xml"/><Relationship Id="rId493" Type="http://schemas.openxmlformats.org/officeDocument/2006/relationships/customXml" Target="../ink/ink340.xml"/><Relationship Id="rId507" Type="http://schemas.openxmlformats.org/officeDocument/2006/relationships/customXml" Target="../ink/ink347.xml"/><Relationship Id="rId549" Type="http://schemas.openxmlformats.org/officeDocument/2006/relationships/customXml" Target="../ink/ink368.xml"/><Relationship Id="rId50" Type="http://schemas.openxmlformats.org/officeDocument/2006/relationships/customXml" Target="../ink/ink66.xml"/><Relationship Id="rId104" Type="http://schemas.openxmlformats.org/officeDocument/2006/relationships/customXml" Target="../ink/ink94.xml"/><Relationship Id="rId146" Type="http://schemas.openxmlformats.org/officeDocument/2006/relationships/customXml" Target="../ink/ink115.xml"/><Relationship Id="rId188" Type="http://schemas.openxmlformats.org/officeDocument/2006/relationships/image" Target="../media/image203.png"/><Relationship Id="rId311" Type="http://schemas.openxmlformats.org/officeDocument/2006/relationships/image" Target="../media/image240.png"/><Relationship Id="rId353" Type="http://schemas.openxmlformats.org/officeDocument/2006/relationships/customXml" Target="../ink/ink265.xml"/><Relationship Id="rId395" Type="http://schemas.openxmlformats.org/officeDocument/2006/relationships/customXml" Target="../ink/ink287.xml"/><Relationship Id="rId409" Type="http://schemas.openxmlformats.org/officeDocument/2006/relationships/customXml" Target="../ink/ink296.xml"/><Relationship Id="rId560" Type="http://schemas.openxmlformats.org/officeDocument/2006/relationships/customXml" Target="../ink/ink374.xml"/><Relationship Id="rId92" Type="http://schemas.openxmlformats.org/officeDocument/2006/relationships/customXml" Target="../ink/ink88.xml"/><Relationship Id="rId213" Type="http://schemas.openxmlformats.org/officeDocument/2006/relationships/customXml" Target="../ink/ink150.xml"/><Relationship Id="rId420" Type="http://schemas.openxmlformats.org/officeDocument/2006/relationships/image" Target="../media/image271.png"/><Relationship Id="rId255" Type="http://schemas.openxmlformats.org/officeDocument/2006/relationships/image" Target="../media/image234.png"/><Relationship Id="rId297" Type="http://schemas.openxmlformats.org/officeDocument/2006/relationships/customXml" Target="../ink/ink213.xml"/><Relationship Id="rId462" Type="http://schemas.openxmlformats.org/officeDocument/2006/relationships/image" Target="../media/image290.png"/><Relationship Id="rId518" Type="http://schemas.openxmlformats.org/officeDocument/2006/relationships/image" Target="../media/image319.png"/><Relationship Id="rId115" Type="http://schemas.openxmlformats.org/officeDocument/2006/relationships/image" Target="../media/image163.png"/><Relationship Id="rId157" Type="http://schemas.openxmlformats.org/officeDocument/2006/relationships/image" Target="../media/image186.png"/><Relationship Id="rId322" Type="http://schemas.openxmlformats.org/officeDocument/2006/relationships/customXml" Target="../ink/ink234.xml"/><Relationship Id="rId364" Type="http://schemas.openxmlformats.org/officeDocument/2006/relationships/image" Target="../media/image246.png"/><Relationship Id="rId61" Type="http://schemas.openxmlformats.org/officeDocument/2006/relationships/image" Target="../media/image133.png"/><Relationship Id="rId199" Type="http://schemas.openxmlformats.org/officeDocument/2006/relationships/customXml" Target="../ink/ink142.xml"/><Relationship Id="rId19" Type="http://schemas.openxmlformats.org/officeDocument/2006/relationships/image" Target="../media/image114.png"/><Relationship Id="rId224" Type="http://schemas.openxmlformats.org/officeDocument/2006/relationships/customXml" Target="../ink/ink157.xml"/><Relationship Id="rId266" Type="http://schemas.openxmlformats.org/officeDocument/2006/relationships/customXml" Target="../ink/ink182.xml"/><Relationship Id="rId431" Type="http://schemas.openxmlformats.org/officeDocument/2006/relationships/customXml" Target="../ink/ink307.xml"/><Relationship Id="rId473" Type="http://schemas.openxmlformats.org/officeDocument/2006/relationships/customXml" Target="../ink/ink330.xml"/><Relationship Id="rId529" Type="http://schemas.openxmlformats.org/officeDocument/2006/relationships/customXml" Target="../ink/ink358.xml"/><Relationship Id="rId30" Type="http://schemas.openxmlformats.org/officeDocument/2006/relationships/customXml" Target="../ink/ink56.xml"/><Relationship Id="rId126" Type="http://schemas.openxmlformats.org/officeDocument/2006/relationships/customXml" Target="../ink/ink105.xml"/><Relationship Id="rId168" Type="http://schemas.openxmlformats.org/officeDocument/2006/relationships/customXml" Target="../ink/ink126.xml"/><Relationship Id="rId333" Type="http://schemas.openxmlformats.org/officeDocument/2006/relationships/customXml" Target="../ink/ink245.xml"/><Relationship Id="rId540" Type="http://schemas.openxmlformats.org/officeDocument/2006/relationships/image" Target="../media/image330.png"/><Relationship Id="rId72" Type="http://schemas.openxmlformats.org/officeDocument/2006/relationships/customXml" Target="../ink/ink78.xml"/><Relationship Id="rId375" Type="http://schemas.openxmlformats.org/officeDocument/2006/relationships/customXml" Target="../ink/ink276.xml"/><Relationship Id="rId3" Type="http://schemas.openxmlformats.org/officeDocument/2006/relationships/image" Target="../media/image106.png"/><Relationship Id="rId235" Type="http://schemas.openxmlformats.org/officeDocument/2006/relationships/image" Target="../media/image225.png"/><Relationship Id="rId277" Type="http://schemas.openxmlformats.org/officeDocument/2006/relationships/customXml" Target="../ink/ink193.xml"/><Relationship Id="rId400" Type="http://schemas.openxmlformats.org/officeDocument/2006/relationships/image" Target="../media/image263.png"/><Relationship Id="rId442" Type="http://schemas.openxmlformats.org/officeDocument/2006/relationships/image" Target="../media/image282.png"/><Relationship Id="rId484" Type="http://schemas.openxmlformats.org/officeDocument/2006/relationships/image" Target="../media/image301.png"/><Relationship Id="rId137" Type="http://schemas.openxmlformats.org/officeDocument/2006/relationships/image" Target="../media/image175.png"/><Relationship Id="rId302" Type="http://schemas.openxmlformats.org/officeDocument/2006/relationships/customXml" Target="../ink/ink218.xml"/><Relationship Id="rId344" Type="http://schemas.openxmlformats.org/officeDocument/2006/relationships/customXml" Target="../ink/ink256.xml"/><Relationship Id="rId41" Type="http://schemas.openxmlformats.org/officeDocument/2006/relationships/image" Target="../media/image123.png"/><Relationship Id="rId83" Type="http://schemas.openxmlformats.org/officeDocument/2006/relationships/image" Target="../media/image145.png"/><Relationship Id="rId179" Type="http://schemas.openxmlformats.org/officeDocument/2006/relationships/customXml" Target="../ink/ink132.xml"/><Relationship Id="rId386" Type="http://schemas.openxmlformats.org/officeDocument/2006/relationships/image" Target="../media/image257.png"/><Relationship Id="rId551" Type="http://schemas.openxmlformats.org/officeDocument/2006/relationships/customXml" Target="../ink/ink369.xml"/><Relationship Id="rId190" Type="http://schemas.openxmlformats.org/officeDocument/2006/relationships/image" Target="../media/image204.png"/><Relationship Id="rId204" Type="http://schemas.openxmlformats.org/officeDocument/2006/relationships/customXml" Target="../ink/ink145.xml"/><Relationship Id="rId246" Type="http://schemas.openxmlformats.org/officeDocument/2006/relationships/customXml" Target="../ink/ink169.xml"/><Relationship Id="rId288" Type="http://schemas.openxmlformats.org/officeDocument/2006/relationships/customXml" Target="../ink/ink204.xml"/><Relationship Id="rId411" Type="http://schemas.openxmlformats.org/officeDocument/2006/relationships/customXml" Target="../ink/ink297.xml"/><Relationship Id="rId453" Type="http://schemas.openxmlformats.org/officeDocument/2006/relationships/customXml" Target="../ink/ink320.xml"/><Relationship Id="rId509" Type="http://schemas.openxmlformats.org/officeDocument/2006/relationships/customXml" Target="../ink/ink348.xml"/><Relationship Id="rId106" Type="http://schemas.openxmlformats.org/officeDocument/2006/relationships/customXml" Target="../ink/ink95.xml"/><Relationship Id="rId313" Type="http://schemas.openxmlformats.org/officeDocument/2006/relationships/customXml" Target="../ink/ink225.xml"/><Relationship Id="rId495" Type="http://schemas.openxmlformats.org/officeDocument/2006/relationships/customXml" Target="../ink/ink341.xml"/><Relationship Id="rId10" Type="http://schemas.openxmlformats.org/officeDocument/2006/relationships/customXml" Target="../ink/ink45.xml"/><Relationship Id="rId52" Type="http://schemas.openxmlformats.org/officeDocument/2006/relationships/customXml" Target="../ink/ink67.xml"/><Relationship Id="rId94" Type="http://schemas.openxmlformats.org/officeDocument/2006/relationships/customXml" Target="../ink/ink89.xml"/><Relationship Id="rId148" Type="http://schemas.openxmlformats.org/officeDocument/2006/relationships/customXml" Target="../ink/ink116.xml"/><Relationship Id="rId355" Type="http://schemas.openxmlformats.org/officeDocument/2006/relationships/customXml" Target="../ink/ink266.xml"/><Relationship Id="rId397" Type="http://schemas.openxmlformats.org/officeDocument/2006/relationships/customXml" Target="../ink/ink288.xml"/><Relationship Id="rId520" Type="http://schemas.openxmlformats.org/officeDocument/2006/relationships/image" Target="../media/image320.png"/><Relationship Id="rId215" Type="http://schemas.openxmlformats.org/officeDocument/2006/relationships/image" Target="../media/image216.png"/><Relationship Id="rId257" Type="http://schemas.openxmlformats.org/officeDocument/2006/relationships/customXml" Target="../ink/ink175.xml"/><Relationship Id="rId422" Type="http://schemas.openxmlformats.org/officeDocument/2006/relationships/image" Target="../media/image272.png"/><Relationship Id="rId464" Type="http://schemas.openxmlformats.org/officeDocument/2006/relationships/image" Target="../media/image291.png"/><Relationship Id="rId299" Type="http://schemas.openxmlformats.org/officeDocument/2006/relationships/customXml" Target="../ink/ink215.xml"/><Relationship Id="rId63" Type="http://schemas.openxmlformats.org/officeDocument/2006/relationships/image" Target="../media/image134.png"/><Relationship Id="rId159" Type="http://schemas.openxmlformats.org/officeDocument/2006/relationships/image" Target="../media/image187.png"/><Relationship Id="rId366" Type="http://schemas.openxmlformats.org/officeDocument/2006/relationships/image" Target="../media/image247.png"/><Relationship Id="rId226" Type="http://schemas.openxmlformats.org/officeDocument/2006/relationships/customXml" Target="../ink/ink158.xml"/><Relationship Id="rId433" Type="http://schemas.openxmlformats.org/officeDocument/2006/relationships/customXml" Target="../ink/ink308.xml"/><Relationship Id="rId74" Type="http://schemas.openxmlformats.org/officeDocument/2006/relationships/customXml" Target="../ink/ink79.xml"/><Relationship Id="rId377" Type="http://schemas.openxmlformats.org/officeDocument/2006/relationships/customXml" Target="../ink/ink277.xml"/><Relationship Id="rId500" Type="http://schemas.openxmlformats.org/officeDocument/2006/relationships/image" Target="../media/image309.png"/><Relationship Id="rId5" Type="http://schemas.openxmlformats.org/officeDocument/2006/relationships/image" Target="../media/image107.png"/><Relationship Id="rId237" Type="http://schemas.openxmlformats.org/officeDocument/2006/relationships/image" Target="../media/image226.png"/><Relationship Id="rId444" Type="http://schemas.openxmlformats.org/officeDocument/2006/relationships/customXml" Target="../ink/ink314.xml"/><Relationship Id="rId290" Type="http://schemas.openxmlformats.org/officeDocument/2006/relationships/customXml" Target="../ink/ink206.xml"/><Relationship Id="rId304" Type="http://schemas.openxmlformats.org/officeDocument/2006/relationships/image" Target="../media/image237.png"/><Relationship Id="rId388" Type="http://schemas.openxmlformats.org/officeDocument/2006/relationships/customXml" Target="../ink/ink283.xml"/><Relationship Id="rId511" Type="http://schemas.openxmlformats.org/officeDocument/2006/relationships/customXml" Target="../ink/ink349.xml"/><Relationship Id="rId85" Type="http://schemas.openxmlformats.org/officeDocument/2006/relationships/image" Target="../media/image146.png"/><Relationship Id="rId150" Type="http://schemas.openxmlformats.org/officeDocument/2006/relationships/customXml" Target="../ink/ink117.xml"/><Relationship Id="rId248" Type="http://schemas.openxmlformats.org/officeDocument/2006/relationships/customXml" Target="../ink/ink170.xml"/><Relationship Id="rId455" Type="http://schemas.openxmlformats.org/officeDocument/2006/relationships/customXml" Target="../ink/ink321.xml"/><Relationship Id="rId12" Type="http://schemas.openxmlformats.org/officeDocument/2006/relationships/customXml" Target="../ink/ink46.xml"/><Relationship Id="rId108" Type="http://schemas.openxmlformats.org/officeDocument/2006/relationships/customXml" Target="../ink/ink96.xml"/><Relationship Id="rId315" Type="http://schemas.openxmlformats.org/officeDocument/2006/relationships/customXml" Target="../ink/ink227.xml"/><Relationship Id="rId522" Type="http://schemas.openxmlformats.org/officeDocument/2006/relationships/image" Target="../media/image321.png"/><Relationship Id="rId96" Type="http://schemas.openxmlformats.org/officeDocument/2006/relationships/customXml" Target="../ink/ink90.xml"/><Relationship Id="rId161" Type="http://schemas.openxmlformats.org/officeDocument/2006/relationships/image" Target="../media/image188.png"/><Relationship Id="rId399" Type="http://schemas.openxmlformats.org/officeDocument/2006/relationships/customXml" Target="../ink/ink289.xml"/><Relationship Id="rId259" Type="http://schemas.openxmlformats.org/officeDocument/2006/relationships/customXml" Target="../ink/ink176.xml"/><Relationship Id="rId466" Type="http://schemas.openxmlformats.org/officeDocument/2006/relationships/image" Target="../media/image2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Open-Source Verilog &amp; </a:t>
            </a:r>
            <a:r>
              <a:rPr lang="en-US" sz="4800" dirty="0" err="1">
                <a:solidFill>
                  <a:schemeClr val="bg1"/>
                </a:solidFill>
              </a:rPr>
              <a:t>GTKWave</a:t>
            </a:r>
            <a:r>
              <a:rPr lang="en-US" sz="4800" dirty="0">
                <a:solidFill>
                  <a:schemeClr val="bg1"/>
                </a:solidFill>
              </a:rPr>
              <a:t>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180085" y="3429000"/>
            <a:ext cx="9582736" cy="113779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bg1"/>
                </a:solidFill>
                <a:latin typeface="+mj-lt"/>
              </a:rPr>
              <a:t>Dr. Anil Kumar Gundu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C6786-969D-F4E5-5F1C-E43C6CEB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235F8D-A27E-F776-A82B-C6E4ECE6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6A9DD-133A-649E-8406-D04B57BC0447}"/>
              </a:ext>
            </a:extLst>
          </p:cNvPr>
          <p:cNvSpPr txBox="1"/>
          <p:nvPr/>
        </p:nvSpPr>
        <p:spPr>
          <a:xfrm>
            <a:off x="297825" y="1313026"/>
            <a:ext cx="115963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Open-Source RTL Verification Tool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iVerilog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is a widely-used, open-source tool for simulating and verifying RTL code.</a:t>
            </a: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Compiles and Executes Testbenches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It is used to compile RTL designs and their testbenches, then run the simulation to check for functional correctness.</a:t>
            </a:r>
          </a:p>
          <a:p>
            <a:pPr marL="285750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Waveform Viewing with </a:t>
            </a:r>
            <a:r>
              <a:rPr lang="en-US" sz="20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The resulting simulation waveforms can be visualized using the companion open-source tool, </a:t>
            </a:r>
            <a:r>
              <a:rPr lang="en-US" sz="20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.</a:t>
            </a:r>
            <a:endParaRPr lang="en-US" sz="2000" dirty="0"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Cross-Platform Support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Both </a:t>
            </a:r>
            <a:r>
              <a:rPr lang="en-US" sz="20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iVerilog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can be installed and run on Windows, macOS, and Ubuntu.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Ubuntu: The Recommended Environment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Installing and using these tools on Ubuntu is highly advantageous.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It provides a smoother workflow and seamless integration with other essential synthesis and implementation tools.</a:t>
            </a:r>
          </a:p>
        </p:txBody>
      </p:sp>
    </p:spTree>
    <p:extLst>
      <p:ext uri="{BB962C8B-B14F-4D97-AF65-F5344CB8AC3E}">
        <p14:creationId xmlns:p14="http://schemas.microsoft.com/office/powerpoint/2010/main" val="104438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1CE8A-1381-97EF-CD6E-06BFC9D70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138ACC7-3A40-BF9D-497F-5CEE8CF0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Installing </a:t>
            </a:r>
            <a:r>
              <a:rPr lang="en-US" dirty="0" err="1">
                <a:latin typeface="Arial Narrow" panose="020B0606020202030204" pitchFamily="34" charset="0"/>
                <a:cs typeface="Segoe UI Light" panose="020B0502040204020203" pitchFamily="34" charset="0"/>
              </a:rPr>
              <a:t>iverilog</a:t>
            </a:r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 and </a:t>
            </a:r>
            <a:r>
              <a:rPr lang="en-US" dirty="0" err="1">
                <a:latin typeface="Arial Narrow" panose="020B0606020202030204" pitchFamily="34" charset="0"/>
                <a:cs typeface="Segoe UI Light" panose="020B0502040204020203" pitchFamily="34" charset="0"/>
              </a:rPr>
              <a:t>Gtkwave</a:t>
            </a:r>
            <a:endParaRPr lang="en-US" dirty="0">
              <a:latin typeface="Arial Narrow" panose="020B0606020202030204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D1B93-CFCB-6728-6020-88FBC868CFD5}"/>
              </a:ext>
            </a:extLst>
          </p:cNvPr>
          <p:cNvSpPr txBox="1"/>
          <p:nvPr/>
        </p:nvSpPr>
        <p:spPr>
          <a:xfrm>
            <a:off x="297825" y="1313026"/>
            <a:ext cx="115963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i</a:t>
            </a:r>
            <a:r>
              <a:rPr lang="en-US" sz="20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verilog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is the tool which is open source for logic verification of the RTL code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Verilog compiler and Verilog simulator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sudo</a:t>
            </a: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 apt install </a:t>
            </a: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iverilog</a:t>
            </a:r>
            <a:endParaRPr lang="en-US" sz="2000" dirty="0"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B1D61-4A45-D053-9428-32354AE9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60" y="2469333"/>
            <a:ext cx="7566861" cy="657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B83FDF-CB9B-AE5F-57BC-CFC7AE443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455" y="4461387"/>
            <a:ext cx="7238470" cy="12806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D45062-3F20-1819-65BD-19F27B7FB85D}"/>
              </a:ext>
            </a:extLst>
          </p:cNvPr>
          <p:cNvSpPr txBox="1"/>
          <p:nvPr/>
        </p:nvSpPr>
        <p:spPr>
          <a:xfrm>
            <a:off x="297825" y="3557862"/>
            <a:ext cx="6683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For waveform viewin</a:t>
            </a:r>
            <a:r>
              <a:rPr lang="en-US" sz="1800" dirty="0">
                <a:latin typeface="Arial Narrow" panose="020B0606020202030204" pitchFamily="34" charset="0"/>
                <a:cs typeface="Segoe UI" panose="020B0502040204020203" pitchFamily="34" charset="0"/>
              </a:rPr>
              <a:t>g </a:t>
            </a:r>
            <a:r>
              <a:rPr lang="en-US" sz="1800" dirty="0" err="1"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r>
              <a:rPr lang="en-US" sz="1800" dirty="0">
                <a:latin typeface="Arial Narrow" panose="020B0606020202030204" pitchFamily="34" charset="0"/>
                <a:cs typeface="Segoe UI" panose="020B0502040204020203" pitchFamily="34" charset="0"/>
              </a:rPr>
              <a:t> 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 err="1">
                <a:latin typeface="Arial Narrow" panose="020B0606020202030204" pitchFamily="34" charset="0"/>
                <a:cs typeface="Segoe UI" panose="020B0502040204020203" pitchFamily="34" charset="0"/>
              </a:rPr>
              <a:t>s</a:t>
            </a:r>
            <a:r>
              <a:rPr lang="en-US" sz="1800" dirty="0" err="1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udo</a:t>
            </a: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1800" dirty="0">
                <a:latin typeface="Arial Narrow" panose="020B0606020202030204" pitchFamily="34" charset="0"/>
                <a:cs typeface="Segoe UI" panose="020B0502040204020203" pitchFamily="34" charset="0"/>
              </a:rPr>
              <a:t>apt install </a:t>
            </a:r>
            <a:r>
              <a:rPr lang="en-US" sz="1800" dirty="0" err="1"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endParaRPr lang="en-US" sz="1800" dirty="0">
              <a:solidFill>
                <a:schemeClr val="tx1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21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3B5E9-DF1F-75F4-B685-C429B677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50E4DFE-73C3-D89F-E509-C1633880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File name extensions and simulation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B2E40-FD88-96A9-29C9-F8E4BCE5DC26}"/>
              </a:ext>
            </a:extLst>
          </p:cNvPr>
          <p:cNvSpPr txBox="1"/>
          <p:nvPr/>
        </p:nvSpPr>
        <p:spPr>
          <a:xfrm>
            <a:off x="297825" y="1215712"/>
            <a:ext cx="115963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Verilog code is written and saved with a file extension .v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I am using visual studio code editor with Verilog extension attached to VS Code</a:t>
            </a: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2BDB8-BA27-62DA-C0CC-A9DF543DD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969" y="1852373"/>
            <a:ext cx="6640426" cy="2936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719563-6891-8081-5A03-C6D5C98E771D}"/>
              </a:ext>
            </a:extLst>
          </p:cNvPr>
          <p:cNvSpPr txBox="1"/>
          <p:nvPr/>
        </p:nvSpPr>
        <p:spPr>
          <a:xfrm>
            <a:off x="595651" y="5083696"/>
            <a:ext cx="115963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Steps to follow 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 Narrow" panose="020B0606020202030204" pitchFamily="34" charset="0"/>
                <a:cs typeface="Segoe UI" panose="020B0502040204020203" pitchFamily="34" charset="0"/>
              </a:rPr>
              <a:t>Compile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 Narrow" panose="020B0606020202030204" pitchFamily="34" charset="0"/>
                <a:cs typeface="Segoe UI" panose="020B0502040204020203" pitchFamily="34" charset="0"/>
              </a:rPr>
              <a:t>Simulate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Arial Narrow" panose="020B0606020202030204" pitchFamily="34" charset="0"/>
                <a:cs typeface="Segoe UI" panose="020B0502040204020203" pitchFamily="34" charset="0"/>
              </a:rPr>
              <a:t>Waveform view (use </a:t>
            </a:r>
            <a:r>
              <a:rPr lang="en-US" sz="2000" b="1" dirty="0" err="1"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r>
              <a:rPr lang="en-US" sz="2000" b="1" dirty="0">
                <a:latin typeface="Arial Narrow" panose="020B0606020202030204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15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12DA3-3DE8-08EF-3D02-ABA84970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26905C-94D7-4032-7C54-6878A339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Commands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13651-4FA2-E289-4985-A584B18D2254}"/>
              </a:ext>
            </a:extLst>
          </p:cNvPr>
          <p:cNvSpPr txBox="1"/>
          <p:nvPr/>
        </p:nvSpPr>
        <p:spPr>
          <a:xfrm>
            <a:off x="297825" y="1313026"/>
            <a:ext cx="1159634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Compile the Verilog file and testbench Verilog file: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iverilog</a:t>
            </a: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 -o </a:t>
            </a: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sim.vvp</a:t>
            </a: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dff_sync_reset.v</a:t>
            </a:r>
            <a:r>
              <a:rPr lang="en-US" sz="2000" dirty="0"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Arial Narrow" panose="020B0606020202030204" pitchFamily="34" charset="0"/>
                <a:cs typeface="Segoe UI" panose="020B0502040204020203" pitchFamily="34" charset="0"/>
              </a:rPr>
              <a:t>tb_dff_sync_reset.v</a:t>
            </a:r>
            <a:endParaRPr lang="en-US" sz="2000" dirty="0"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14FD3-D96B-A76E-284C-BF12C7D1D2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121" r="38904"/>
          <a:stretch>
            <a:fillRect/>
          </a:stretch>
        </p:blipFill>
        <p:spPr>
          <a:xfrm>
            <a:off x="1311989" y="2044008"/>
            <a:ext cx="7880627" cy="6711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5E426D-25D5-8CBE-CC59-2FBAFE0E647E}"/>
              </a:ext>
            </a:extLst>
          </p:cNvPr>
          <p:cNvSpPr txBox="1"/>
          <p:nvPr/>
        </p:nvSpPr>
        <p:spPr>
          <a:xfrm>
            <a:off x="297825" y="3197449"/>
            <a:ext cx="11596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 err="1">
                <a:latin typeface="Arial Narrow" panose="020B0606020202030204" pitchFamily="34" charset="0"/>
              </a:rPr>
              <a:t>iverilog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b="1" dirty="0">
                <a:latin typeface="Arial Narrow" panose="020B0606020202030204" pitchFamily="34" charset="0"/>
              </a:rPr>
              <a:t>does NOT produce an executable directly</a:t>
            </a:r>
            <a:r>
              <a:rPr lang="en-US" dirty="0">
                <a:latin typeface="Arial Narrow" panose="020B0606020202030204" pitchFamily="34" charset="0"/>
              </a:rPr>
              <a:t>. Instead, it creates a </a:t>
            </a:r>
            <a:r>
              <a:rPr lang="en-US" b="1" dirty="0">
                <a:latin typeface="Arial Narrow" panose="020B0606020202030204" pitchFamily="34" charset="0"/>
              </a:rPr>
              <a:t>simulation bytecode file</a:t>
            </a:r>
            <a:r>
              <a:rPr lang="en-US" dirty="0">
                <a:latin typeface="Arial Narrow" panose="020B0606020202030204" pitchFamily="34" charset="0"/>
              </a:rPr>
              <a:t> with extension </a:t>
            </a:r>
            <a:r>
              <a:rPr lang="en-US" b="1" dirty="0">
                <a:latin typeface="Arial Narrow" panose="020B0606020202030204" pitchFamily="34" charset="0"/>
              </a:rPr>
              <a:t>.</a:t>
            </a:r>
            <a:r>
              <a:rPr lang="en-US" b="1" dirty="0" err="1">
                <a:latin typeface="Arial Narrow" panose="020B0606020202030204" pitchFamily="34" charset="0"/>
              </a:rPr>
              <a:t>vvp</a:t>
            </a:r>
            <a:r>
              <a:rPr lang="en-US" dirty="0">
                <a:latin typeface="Arial Narrow" panose="020B0606020202030204" pitchFamily="34" charset="0"/>
              </a:rPr>
              <a:t>. This file contains the compiled Verilog design in a format that the </a:t>
            </a:r>
            <a:r>
              <a:rPr lang="en-US" b="1" dirty="0" err="1">
                <a:latin typeface="Arial Narrow" panose="020B0606020202030204" pitchFamily="34" charset="0"/>
              </a:rPr>
              <a:t>vvp</a:t>
            </a:r>
            <a:r>
              <a:rPr lang="en-US" b="1" dirty="0">
                <a:latin typeface="Arial Narrow" panose="020B0606020202030204" pitchFamily="34" charset="0"/>
              </a:rPr>
              <a:t> runtime</a:t>
            </a:r>
            <a:r>
              <a:rPr lang="en-US" dirty="0">
                <a:latin typeface="Arial Narrow" panose="020B0606020202030204" pitchFamily="34" charset="0"/>
              </a:rPr>
              <a:t> can execute.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2AEAF-C83E-7932-1E18-17E0AF3C8724}"/>
              </a:ext>
            </a:extLst>
          </p:cNvPr>
          <p:cNvSpPr txBox="1"/>
          <p:nvPr/>
        </p:nvSpPr>
        <p:spPr>
          <a:xfrm>
            <a:off x="297825" y="2786152"/>
            <a:ext cx="11366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u="sng" dirty="0">
                <a:latin typeface="Arial Narrow" panose="020B0606020202030204" pitchFamily="34" charset="0"/>
              </a:rPr>
              <a:t>After running this command, a file with bytecode format will be formed with name </a:t>
            </a:r>
            <a:r>
              <a:rPr lang="en-US" u="sng" dirty="0" err="1">
                <a:latin typeface="Arial Narrow" panose="020B0606020202030204" pitchFamily="34" charset="0"/>
              </a:rPr>
              <a:t>sim.vvp</a:t>
            </a:r>
            <a:endParaRPr lang="en-US" u="sng" dirty="0">
              <a:latin typeface="Arial Narrow" panose="020B0606020202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333A9-FE37-0308-409F-9DFF890AF5F7}"/>
              </a:ext>
            </a:extLst>
          </p:cNvPr>
          <p:cNvSpPr txBox="1"/>
          <p:nvPr/>
        </p:nvSpPr>
        <p:spPr>
          <a:xfrm>
            <a:off x="297824" y="3885745"/>
            <a:ext cx="1159634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Run the byte code file: The bytecode file .</a:t>
            </a:r>
            <a:r>
              <a:rPr lang="en-US" sz="1800" b="1" dirty="0" err="1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vvp</a:t>
            </a:r>
            <a:r>
              <a:rPr lang="en-US" sz="1800" b="1" dirty="0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which is formed to be simulated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 err="1">
                <a:latin typeface="Arial Narrow" panose="020B0606020202030204" pitchFamily="34" charset="0"/>
                <a:cs typeface="Segoe UI" panose="020B0502040204020203" pitchFamily="34" charset="0"/>
              </a:rPr>
              <a:t>vvp</a:t>
            </a:r>
            <a:r>
              <a:rPr lang="en-US" b="1" dirty="0"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Arial Narrow" panose="020B0606020202030204" pitchFamily="34" charset="0"/>
                <a:cs typeface="Segoe UI" panose="020B0502040204020203" pitchFamily="34" charset="0"/>
              </a:rPr>
              <a:t>sim.vvp</a:t>
            </a:r>
            <a:r>
              <a:rPr lang="en-US" b="1" dirty="0"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48D844-1D5D-EDD7-3FE3-C3E6D7C3EE19}"/>
              </a:ext>
            </a:extLst>
          </p:cNvPr>
          <p:cNvSpPr txBox="1"/>
          <p:nvPr/>
        </p:nvSpPr>
        <p:spPr>
          <a:xfrm>
            <a:off x="297824" y="4744755"/>
            <a:ext cx="1159634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Wavefor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m viewer with </a:t>
            </a:r>
            <a:r>
              <a:rPr lang="en-US" b="1" dirty="0" err="1">
                <a:solidFill>
                  <a:srgbClr val="FF0000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endParaRPr lang="en-US" sz="1800" b="1" dirty="0">
              <a:solidFill>
                <a:srgbClr val="FF0000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 Narrow" panose="020B0606020202030204" pitchFamily="34" charset="0"/>
                <a:cs typeface="Segoe UI" panose="020B0502040204020203" pitchFamily="34" charset="0"/>
              </a:rPr>
              <a:t>After the previous step, a file with extension .</a:t>
            </a:r>
            <a:r>
              <a:rPr lang="en-US" dirty="0" err="1">
                <a:latin typeface="Arial Narrow" panose="020B0606020202030204" pitchFamily="34" charset="0"/>
                <a:cs typeface="Segoe UI" panose="020B0502040204020203" pitchFamily="34" charset="0"/>
              </a:rPr>
              <a:t>vcd</a:t>
            </a:r>
            <a:r>
              <a:rPr lang="en-US" dirty="0">
                <a:latin typeface="Arial Narrow" panose="020B0606020202030204" pitchFamily="34" charset="0"/>
                <a:cs typeface="Segoe UI" panose="020B0502040204020203" pitchFamily="34" charset="0"/>
              </a:rPr>
              <a:t> is formed this can be visualized with </a:t>
            </a:r>
            <a:r>
              <a:rPr lang="en-US" dirty="0" err="1">
                <a:latin typeface="Arial Narrow" panose="020B0606020202030204" pitchFamily="34" charset="0"/>
                <a:cs typeface="Segoe UI" panose="020B0502040204020203" pitchFamily="34" charset="0"/>
              </a:rPr>
              <a:t>gtkwave</a:t>
            </a:r>
            <a:endParaRPr lang="en-US" dirty="0"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AE45E4-BABA-DA06-0C5D-24F50C16D951}"/>
              </a:ext>
            </a:extLst>
          </p:cNvPr>
          <p:cNvSpPr txBox="1"/>
          <p:nvPr/>
        </p:nvSpPr>
        <p:spPr>
          <a:xfrm>
            <a:off x="1111045" y="5527955"/>
            <a:ext cx="605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latin typeface="Arial Narrow" panose="020B0606020202030204" pitchFamily="34" charset="0"/>
              </a:rPr>
              <a:t>Command : </a:t>
            </a:r>
            <a:r>
              <a:rPr lang="en-SG" dirty="0" err="1">
                <a:latin typeface="Arial Narrow" panose="020B0606020202030204" pitchFamily="34" charset="0"/>
              </a:rPr>
              <a:t>gtkwave</a:t>
            </a:r>
            <a:r>
              <a:rPr lang="en-SG" dirty="0">
                <a:latin typeface="Arial Narrow" panose="020B0606020202030204" pitchFamily="34" charset="0"/>
              </a:rPr>
              <a:t> </a:t>
            </a:r>
            <a:r>
              <a:rPr lang="en-SG" dirty="0" err="1">
                <a:latin typeface="Arial Narrow" panose="020B0606020202030204" pitchFamily="34" charset="0"/>
              </a:rPr>
              <a:t>file_name_formed.vcd</a:t>
            </a:r>
            <a:endParaRPr lang="en-SG" dirty="0">
              <a:latin typeface="Arial Narrow" panose="020B0606020202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29B186C-A3F6-DD42-6978-69B2BE892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568" y="5909016"/>
            <a:ext cx="5507167" cy="56483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EF2371-C76E-ACB4-FE88-9EEB1F1373D6}"/>
              </a:ext>
            </a:extLst>
          </p:cNvPr>
          <p:cNvCxnSpPr/>
          <p:nvPr/>
        </p:nvCxnSpPr>
        <p:spPr>
          <a:xfrm flipV="1">
            <a:off x="8386916" y="5527955"/>
            <a:ext cx="1140542" cy="66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18CD76-F799-5477-7C38-D58A75539B4A}"/>
              </a:ext>
            </a:extLst>
          </p:cNvPr>
          <p:cNvSpPr txBox="1"/>
          <p:nvPr/>
        </p:nvSpPr>
        <p:spPr>
          <a:xfrm>
            <a:off x="9278063" y="5198340"/>
            <a:ext cx="1979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" panose="020B0502040204020203" pitchFamily="34" charset="0"/>
              </a:rPr>
              <a:t>After above 2 steps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209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F371-06ED-E1B4-23FF-9E4628AD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9AE6BD-6224-71C9-BB7D-2ACAE2695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Verilog – Important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A39DF-E22F-2362-E86E-05FA5D5995E2}"/>
              </a:ext>
            </a:extLst>
          </p:cNvPr>
          <p:cNvSpPr txBox="1"/>
          <p:nvPr/>
        </p:nvSpPr>
        <p:spPr>
          <a:xfrm>
            <a:off x="297825" y="1313026"/>
            <a:ext cx="115963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Narrow" panose="020B0606020202030204" pitchFamily="34" charset="0"/>
              </a:rPr>
              <a:t>Wire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Represents a </a:t>
            </a:r>
            <a:r>
              <a:rPr lang="en-US" sz="2000" b="1" dirty="0">
                <a:latin typeface="Arial Narrow" panose="020B0606020202030204" pitchFamily="34" charset="0"/>
              </a:rPr>
              <a:t>physical connection</a:t>
            </a:r>
            <a:r>
              <a:rPr lang="en-US" sz="2000" dirty="0">
                <a:latin typeface="Arial Narrow" panose="020B0606020202030204" pitchFamily="34" charset="0"/>
              </a:rPr>
              <a:t>; cannot store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Can be assigned </a:t>
            </a:r>
            <a:r>
              <a:rPr lang="en-US" sz="2000" b="1" dirty="0">
                <a:latin typeface="Arial Narrow" panose="020B0606020202030204" pitchFamily="34" charset="0"/>
              </a:rPr>
              <a:t>continuously</a:t>
            </a:r>
            <a:r>
              <a:rPr lang="en-US" sz="2000" dirty="0">
                <a:latin typeface="Arial Narrow" panose="020B0606020202030204" pitchFamily="34" charset="0"/>
              </a:rPr>
              <a:t> using assign or driven by module outputs.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Always </a:t>
            </a:r>
            <a:r>
              <a:rPr lang="en-US" sz="2000" b="1" dirty="0">
                <a:latin typeface="Arial Narrow" panose="020B0606020202030204" pitchFamily="34" charset="0"/>
              </a:rPr>
              <a:t>reflects the current value</a:t>
            </a:r>
            <a:r>
              <a:rPr lang="en-US" sz="2000" dirty="0">
                <a:latin typeface="Arial Narrow" panose="020B0606020202030204" pitchFamily="34" charset="0"/>
              </a:rPr>
              <a:t> of what drives it.</a:t>
            </a: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r>
              <a:rPr lang="en-US" sz="2000" b="1" dirty="0">
                <a:latin typeface="Arial Narrow" panose="020B0606020202030204" pitchFamily="34" charset="0"/>
              </a:rPr>
              <a:t>Reg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Can </a:t>
            </a:r>
            <a:r>
              <a:rPr lang="en-US" sz="2000" b="1" dirty="0">
                <a:latin typeface="Arial Narrow" panose="020B0606020202030204" pitchFamily="34" charset="0"/>
              </a:rPr>
              <a:t>store a value</a:t>
            </a:r>
            <a:r>
              <a:rPr lang="en-US" sz="2000" dirty="0">
                <a:latin typeface="Arial Narrow" panose="020B0606020202030204" pitchFamily="34" charset="0"/>
              </a:rPr>
              <a:t> inside always or initial blocks.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May represent </a:t>
            </a:r>
            <a:r>
              <a:rPr lang="en-US" sz="2000" b="1" dirty="0">
                <a:latin typeface="Arial Narrow" panose="020B0606020202030204" pitchFamily="34" charset="0"/>
              </a:rPr>
              <a:t>combinational or sequential logic</a:t>
            </a:r>
            <a:r>
              <a:rPr lang="en-US" sz="2000" dirty="0">
                <a:latin typeface="Arial Narrow" panose="020B0606020202030204" pitchFamily="34" charset="0"/>
              </a:rPr>
              <a:t> depending on the always block.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always @(*) → combinational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always @(posedge </a:t>
            </a:r>
            <a:r>
              <a:rPr lang="en-US" sz="2000" dirty="0" err="1">
                <a:latin typeface="Arial Narrow" panose="020B0606020202030204" pitchFamily="34" charset="0"/>
              </a:rPr>
              <a:t>clk</a:t>
            </a:r>
            <a:r>
              <a:rPr lang="en-US" sz="2000" dirty="0">
                <a:latin typeface="Arial Narrow" panose="020B0606020202030204" pitchFamily="34" charset="0"/>
              </a:rPr>
              <a:t>) → flip-flop (sequential)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Cannot be driven by assign; only assigned </a:t>
            </a:r>
            <a:r>
              <a:rPr lang="en-US" sz="2000" b="1" dirty="0">
                <a:latin typeface="Arial Narrow" panose="020B0606020202030204" pitchFamily="34" charset="0"/>
              </a:rPr>
              <a:t>procedurally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514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591C3-A33A-DA23-77E6-85483421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DB3453F-DE9F-0F0D-7F8C-BAEA9AE6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349" y="2935617"/>
            <a:ext cx="10844883" cy="1597053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Arial Narrow" panose="020B0606020202030204" pitchFamily="34" charset="0"/>
                <a:cs typeface="Segoe UI Light" panose="020B0502040204020203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20223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B1EC-6B27-A449-4AD8-DE93A98D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1608A83-C9A2-3745-B2E5-6B25C941A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  <a:cs typeface="Segoe UI Light" panose="020B0502040204020203" pitchFamily="34" charset="0"/>
              </a:rPr>
              <a:t>NMOS Transconductance Characterization (V</a:t>
            </a:r>
            <a:r>
              <a:rPr lang="en-US" sz="2400" baseline="-25000" dirty="0">
                <a:latin typeface="Arial Narrow" panose="020B0606020202030204" pitchFamily="34" charset="0"/>
                <a:cs typeface="Segoe UI Light" panose="020B0502040204020203" pitchFamily="34" charset="0"/>
              </a:rPr>
              <a:t>DS</a:t>
            </a:r>
            <a:r>
              <a:rPr lang="en-US" sz="2400" dirty="0">
                <a:latin typeface="Arial Narrow" panose="020B0606020202030204" pitchFamily="34" charset="0"/>
                <a:cs typeface="Segoe UI Light" panose="020B0502040204020203" pitchFamily="34" charset="0"/>
              </a:rPr>
              <a:t> is 1.8V and V</a:t>
            </a:r>
            <a:r>
              <a:rPr lang="en-US" sz="2400" baseline="-25000" dirty="0">
                <a:latin typeface="Arial Narrow" panose="020B0606020202030204" pitchFamily="34" charset="0"/>
                <a:cs typeface="Segoe UI Light" panose="020B0502040204020203" pitchFamily="34" charset="0"/>
              </a:rPr>
              <a:t>GS</a:t>
            </a:r>
            <a:r>
              <a:rPr lang="en-US" sz="2400" dirty="0">
                <a:latin typeface="Arial Narrow" panose="020B0606020202030204" pitchFamily="34" charset="0"/>
                <a:cs typeface="Segoe UI Light" panose="020B0502040204020203" pitchFamily="34" charset="0"/>
              </a:rPr>
              <a:t> is varied from 0V to 1.8V)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60CE7-141F-0D66-6E35-A497DDF6E6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25" b="1876"/>
          <a:stretch>
            <a:fillRect/>
          </a:stretch>
        </p:blipFill>
        <p:spPr>
          <a:xfrm>
            <a:off x="8231201" y="2090123"/>
            <a:ext cx="3548596" cy="4437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48FC25-8C88-AF8B-A700-CBBF51DF36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05" t="1956" b="385"/>
          <a:stretch>
            <a:fillRect/>
          </a:stretch>
        </p:blipFill>
        <p:spPr>
          <a:xfrm>
            <a:off x="4324314" y="2090122"/>
            <a:ext cx="3629998" cy="44373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D86698B-7F5B-920F-BD3F-D248FE244D5B}"/>
              </a:ext>
            </a:extLst>
          </p:cNvPr>
          <p:cNvSpPr txBox="1"/>
          <p:nvPr/>
        </p:nvSpPr>
        <p:spPr>
          <a:xfrm>
            <a:off x="392539" y="1127464"/>
            <a:ext cx="11445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We often approximate the I</a:t>
            </a:r>
            <a:r>
              <a:rPr lang="en-US" sz="1800" baseline="-25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DS</a:t>
            </a: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−V</a:t>
            </a:r>
            <a:r>
              <a:rPr lang="en-US" sz="1800" baseline="-25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GS</a:t>
            </a: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relationship with a square law, but in reality, the current scales with V</a:t>
            </a:r>
            <a:r>
              <a:rPr lang="en-US" sz="1800" baseline="-25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GS</a:t>
            </a: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to an exponent typically ranging from 1 to 2. This non-ideal behavior means that relying on the simple square law equation will result in significant deviation in the calculated transconductance g</a:t>
            </a:r>
            <a:r>
              <a:rPr lang="en-US" sz="1800" baseline="-250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m</a:t>
            </a:r>
            <a:r>
              <a:rPr lang="en-US" sz="1800" dirty="0">
                <a:solidFill>
                  <a:schemeClr val="tx1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44541C-EC47-92ED-A209-7D8FDD877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71" y="2090122"/>
            <a:ext cx="3687751" cy="443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5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E1E9E-7655-2D3F-146C-CE58D8A7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EB2BF94-F10D-8EBE-B57E-775F8CC9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Memory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594FE-8E9B-E713-073C-D32C160A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123" y="2280996"/>
            <a:ext cx="9228543" cy="1414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1053B72-D2E5-74C7-D21D-FCA4B8A6FE05}"/>
                  </a:ext>
                </a:extLst>
              </p14:cNvPr>
              <p14:cNvContentPartPr/>
              <p14:nvPr/>
            </p14:nvContentPartPr>
            <p14:xfrm>
              <a:off x="5655217" y="4461933"/>
              <a:ext cx="576720" cy="611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1053B72-D2E5-74C7-D21D-FCA4B8A6FE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9097" y="4455813"/>
                <a:ext cx="58896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E21D9B3-C947-CC0A-BDD3-4B6F229F4651}"/>
                  </a:ext>
                </a:extLst>
              </p14:cNvPr>
              <p14:cNvContentPartPr/>
              <p14:nvPr/>
            </p14:nvContentPartPr>
            <p14:xfrm>
              <a:off x="7108177" y="1282053"/>
              <a:ext cx="599400" cy="617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E21D9B3-C947-CC0A-BDD3-4B6F229F46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02057" y="1275933"/>
                <a:ext cx="611640" cy="62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6D4A64DE-061D-2918-FE19-C55E22EF5073}"/>
              </a:ext>
            </a:extLst>
          </p:cNvPr>
          <p:cNvGrpSpPr/>
          <p:nvPr/>
        </p:nvGrpSpPr>
        <p:grpSpPr>
          <a:xfrm>
            <a:off x="2152057" y="1266933"/>
            <a:ext cx="9603000" cy="3709440"/>
            <a:chOff x="2152057" y="1266933"/>
            <a:chExt cx="9603000" cy="37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6413FF-23C8-45D5-0ED5-8BC2694E5AFE}"/>
                    </a:ext>
                  </a:extLst>
                </p14:cNvPr>
                <p14:cNvContentPartPr/>
                <p14:nvPr/>
              </p14:nvContentPartPr>
              <p14:xfrm>
                <a:off x="3874657" y="2279613"/>
                <a:ext cx="758880" cy="613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6413FF-23C8-45D5-0ED5-8BC2694E5A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68537" y="2273493"/>
                  <a:ext cx="7711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D5D65A-DAE8-0BAC-39FA-80A48D7C851B}"/>
                    </a:ext>
                  </a:extLst>
                </p14:cNvPr>
                <p14:cNvContentPartPr/>
                <p14:nvPr/>
              </p14:nvContentPartPr>
              <p14:xfrm>
                <a:off x="3744697" y="2812053"/>
                <a:ext cx="375120" cy="1081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D5D65A-DAE8-0BAC-39FA-80A48D7C85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38577" y="2805933"/>
                  <a:ext cx="387360" cy="10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4BC6B4-7F21-D9E4-054D-E31BEC36CB3C}"/>
                    </a:ext>
                  </a:extLst>
                </p14:cNvPr>
                <p14:cNvContentPartPr/>
                <p14:nvPr/>
              </p14:nvContentPartPr>
              <p14:xfrm>
                <a:off x="3687097" y="3726093"/>
                <a:ext cx="492840" cy="213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4BC6B4-7F21-D9E4-054D-E31BEC36CB3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80977" y="3719973"/>
                  <a:ext cx="505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AD1645-E19D-4B4D-DDFB-1A365EB84B17}"/>
                    </a:ext>
                  </a:extLst>
                </p14:cNvPr>
                <p14:cNvContentPartPr/>
                <p14:nvPr/>
              </p14:nvContentPartPr>
              <p14:xfrm>
                <a:off x="3038017" y="3921933"/>
                <a:ext cx="238320" cy="486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AD1645-E19D-4B4D-DDFB-1A365EB84B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31897" y="3915813"/>
                  <a:ext cx="2505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198BED-A63C-B55B-319B-48BBEE542F94}"/>
                    </a:ext>
                  </a:extLst>
                </p14:cNvPr>
                <p14:cNvContentPartPr/>
                <p14:nvPr/>
              </p14:nvContentPartPr>
              <p14:xfrm>
                <a:off x="2998417" y="4128933"/>
                <a:ext cx="566280" cy="20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198BED-A63C-B55B-319B-48BBEE542F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92297" y="4122813"/>
                  <a:ext cx="57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6E1C5D-9295-F702-BD53-4645B61B7DBF}"/>
                    </a:ext>
                  </a:extLst>
                </p14:cNvPr>
                <p14:cNvContentPartPr/>
                <p14:nvPr/>
              </p14:nvContentPartPr>
              <p14:xfrm>
                <a:off x="3537697" y="4030653"/>
                <a:ext cx="186480" cy="359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6E1C5D-9295-F702-BD53-4645B61B7D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31577" y="4024533"/>
                  <a:ext cx="1987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C63A71-4E10-0612-3B89-3A04B6FF4168}"/>
                    </a:ext>
                  </a:extLst>
                </p14:cNvPr>
                <p14:cNvContentPartPr/>
                <p14:nvPr/>
              </p14:nvContentPartPr>
              <p14:xfrm>
                <a:off x="3647137" y="4171413"/>
                <a:ext cx="774360" cy="30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C63A71-4E10-0612-3B89-3A04B6FF416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41017" y="4165293"/>
                  <a:ext cx="7866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1C9FE9A-91F1-A5FD-3D04-62E8CB50371F}"/>
                    </a:ext>
                  </a:extLst>
                </p14:cNvPr>
                <p14:cNvContentPartPr/>
                <p14:nvPr/>
              </p14:nvContentPartPr>
              <p14:xfrm>
                <a:off x="4267057" y="2290773"/>
                <a:ext cx="360" cy="2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1C9FE9A-91F1-A5FD-3D04-62E8CB50371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60937" y="228465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EA2CDD-A74C-4A9A-5948-6107FF79AF99}"/>
                    </a:ext>
                  </a:extLst>
                </p14:cNvPr>
                <p14:cNvContentPartPr/>
                <p14:nvPr/>
              </p14:nvContentPartPr>
              <p14:xfrm>
                <a:off x="4276777" y="2079813"/>
                <a:ext cx="164880" cy="20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EA2CDD-A74C-4A9A-5948-6107FF79AF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70657" y="2073693"/>
                  <a:ext cx="177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5D3B65-E642-B0C4-A67F-08764B1CC06A}"/>
                    </a:ext>
                  </a:extLst>
                </p14:cNvPr>
                <p14:cNvContentPartPr/>
                <p14:nvPr/>
              </p14:nvContentPartPr>
              <p14:xfrm>
                <a:off x="4394857" y="2004933"/>
                <a:ext cx="137520" cy="117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5D3B65-E642-B0C4-A67F-08764B1CC06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88737" y="1998813"/>
                  <a:ext cx="149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EE77BB-C714-AFB4-5E89-2CEE17BB7A35}"/>
                    </a:ext>
                  </a:extLst>
                </p14:cNvPr>
                <p14:cNvContentPartPr/>
                <p14:nvPr/>
              </p14:nvContentPartPr>
              <p14:xfrm>
                <a:off x="4227817" y="1449813"/>
                <a:ext cx="403920" cy="320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EE77BB-C714-AFB4-5E89-2CEE17BB7A3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21697" y="1443693"/>
                  <a:ext cx="4161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D88D199-4A75-74FD-DFD3-F06306A25B61}"/>
                    </a:ext>
                  </a:extLst>
                </p14:cNvPr>
                <p14:cNvContentPartPr/>
                <p14:nvPr/>
              </p14:nvContentPartPr>
              <p14:xfrm>
                <a:off x="4640737" y="1592013"/>
                <a:ext cx="159480" cy="115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D88D199-4A75-74FD-DFD3-F06306A25B6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34617" y="1585893"/>
                  <a:ext cx="171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E599C1-DEA6-04DB-CA2B-466FBC7F0502}"/>
                    </a:ext>
                  </a:extLst>
                </p14:cNvPr>
                <p14:cNvContentPartPr/>
                <p14:nvPr/>
              </p14:nvContentPartPr>
              <p14:xfrm>
                <a:off x="4817497" y="1306893"/>
                <a:ext cx="465840" cy="137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E599C1-DEA6-04DB-CA2B-466FBC7F050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11377" y="1300773"/>
                  <a:ext cx="478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37F63D-D184-E215-A3C3-E6C34DA8F4FF}"/>
                    </a:ext>
                  </a:extLst>
                </p14:cNvPr>
                <p14:cNvContentPartPr/>
                <p14:nvPr/>
              </p14:nvContentPartPr>
              <p14:xfrm>
                <a:off x="5881297" y="2301213"/>
                <a:ext cx="530280" cy="58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37F63D-D184-E215-A3C3-E6C34DA8F4F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75177" y="2295093"/>
                  <a:ext cx="5425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DCE1C9-3221-880F-A02D-D9BC32B36FF7}"/>
                    </a:ext>
                  </a:extLst>
                </p14:cNvPr>
                <p14:cNvContentPartPr/>
                <p14:nvPr/>
              </p14:nvContentPartPr>
              <p14:xfrm>
                <a:off x="5780857" y="2772453"/>
                <a:ext cx="315720" cy="1664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DCE1C9-3221-880F-A02D-D9BC32B36FF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74737" y="2766333"/>
                  <a:ext cx="327960" cy="16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B717E2-D853-A94F-372A-470258257BFE}"/>
                    </a:ext>
                  </a:extLst>
                </p14:cNvPr>
                <p14:cNvContentPartPr/>
                <p14:nvPr/>
              </p14:nvContentPartPr>
              <p14:xfrm>
                <a:off x="5284057" y="4572093"/>
                <a:ext cx="221760" cy="23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B717E2-D853-A94F-372A-470258257BF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277937" y="4565973"/>
                  <a:ext cx="234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9C705A-D6A1-4B17-8300-C68289CDAAEA}"/>
                    </a:ext>
                  </a:extLst>
                </p14:cNvPr>
                <p14:cNvContentPartPr/>
                <p14:nvPr/>
              </p14:nvContentPartPr>
              <p14:xfrm>
                <a:off x="5515897" y="4729053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9C705A-D6A1-4B17-8300-C68289CDAAE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09777" y="4722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532AE0-0CA7-8C52-63B9-711FDB2B8E6C}"/>
                    </a:ext>
                  </a:extLst>
                </p14:cNvPr>
                <p14:cNvContentPartPr/>
                <p14:nvPr/>
              </p14:nvContentPartPr>
              <p14:xfrm>
                <a:off x="5550817" y="4685493"/>
                <a:ext cx="20520" cy="11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532AE0-0CA7-8C52-63B9-711FDB2B8E6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44697" y="4679373"/>
                  <a:ext cx="32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A300B13-0E87-2A1E-53B9-B4761C201100}"/>
                    </a:ext>
                  </a:extLst>
                </p14:cNvPr>
                <p14:cNvContentPartPr/>
                <p14:nvPr/>
              </p14:nvContentPartPr>
              <p14:xfrm>
                <a:off x="5574937" y="4424493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A300B13-0E87-2A1E-53B9-B4761C2011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68817" y="441837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4FE0C1-94F1-70F0-1A35-CF32510E7176}"/>
                    </a:ext>
                  </a:extLst>
                </p14:cNvPr>
                <p14:cNvContentPartPr/>
                <p14:nvPr/>
              </p14:nvContentPartPr>
              <p14:xfrm>
                <a:off x="6302137" y="4574613"/>
                <a:ext cx="719280" cy="401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4FE0C1-94F1-70F0-1A35-CF32510E71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96017" y="4568493"/>
                  <a:ext cx="7315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FBF4C9-79B6-0BDD-8FDF-76926AABAE2F}"/>
                    </a:ext>
                  </a:extLst>
                </p14:cNvPr>
                <p14:cNvContentPartPr/>
                <p14:nvPr/>
              </p14:nvContentPartPr>
              <p14:xfrm>
                <a:off x="6971017" y="4716093"/>
                <a:ext cx="174240" cy="72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FBF4C9-79B6-0BDD-8FDF-76926AABAE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64897" y="4709973"/>
                  <a:ext cx="1864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E51E6D-0451-15EE-5B66-FF41100F249B}"/>
                    </a:ext>
                  </a:extLst>
                </p14:cNvPr>
                <p14:cNvContentPartPr/>
                <p14:nvPr/>
              </p14:nvContentPartPr>
              <p14:xfrm>
                <a:off x="6361177" y="2227413"/>
                <a:ext cx="857160" cy="790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E51E6D-0451-15EE-5B66-FF41100F24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5057" y="2221293"/>
                  <a:ext cx="869400" cy="8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FB9DD6-951A-45DD-96E0-A522490C804C}"/>
                    </a:ext>
                  </a:extLst>
                </p14:cNvPr>
                <p14:cNvContentPartPr/>
                <p14:nvPr/>
              </p14:nvContentPartPr>
              <p14:xfrm>
                <a:off x="6803977" y="2270613"/>
                <a:ext cx="181080" cy="16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FB9DD6-951A-45DD-96E0-A522490C80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97857" y="2264493"/>
                  <a:ext cx="193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3A52B8-9274-5CA5-B774-24ECE880E2E6}"/>
                    </a:ext>
                  </a:extLst>
                </p14:cNvPr>
                <p14:cNvContentPartPr/>
                <p14:nvPr/>
              </p14:nvContentPartPr>
              <p14:xfrm>
                <a:off x="6774097" y="1718013"/>
                <a:ext cx="318240" cy="651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3A52B8-9274-5CA5-B774-24ECE880E2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67977" y="1711893"/>
                  <a:ext cx="33048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416BF5-278F-17A7-FA5B-A7EC8A28038D}"/>
                    </a:ext>
                  </a:extLst>
                </p14:cNvPr>
                <p14:cNvContentPartPr/>
                <p14:nvPr/>
              </p14:nvContentPartPr>
              <p14:xfrm>
                <a:off x="7732777" y="1266933"/>
                <a:ext cx="1519200" cy="707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416BF5-278F-17A7-FA5B-A7EC8A2803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6657" y="1260813"/>
                  <a:ext cx="15314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30D9BC-485D-BE30-893E-5D3D0B8E14B4}"/>
                    </a:ext>
                  </a:extLst>
                </p14:cNvPr>
                <p14:cNvContentPartPr/>
                <p14:nvPr/>
              </p14:nvContentPartPr>
              <p14:xfrm>
                <a:off x="8878297" y="1432173"/>
                <a:ext cx="237240" cy="62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30D9BC-485D-BE30-893E-5D3D0B8E14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72177" y="1426053"/>
                  <a:ext cx="249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0838D6-BD9B-5874-0EE1-A5FCE70D6B1F}"/>
                    </a:ext>
                  </a:extLst>
                </p14:cNvPr>
                <p14:cNvContentPartPr/>
                <p14:nvPr/>
              </p14:nvContentPartPr>
              <p14:xfrm>
                <a:off x="7570777" y="2924013"/>
                <a:ext cx="453600" cy="75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0838D6-BD9B-5874-0EE1-A5FCE70D6B1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64657" y="2917893"/>
                  <a:ext cx="465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EFA2CB-ACD2-FDE3-884C-3B98D311110C}"/>
                    </a:ext>
                  </a:extLst>
                </p14:cNvPr>
                <p14:cNvContentPartPr/>
                <p14:nvPr/>
              </p14:nvContentPartPr>
              <p14:xfrm>
                <a:off x="7780657" y="2989173"/>
                <a:ext cx="345600" cy="749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EFA2CB-ACD2-FDE3-884C-3B98D31111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74537" y="2983053"/>
                  <a:ext cx="35784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15E9C4-8702-2880-BBB1-C108A28593A5}"/>
                    </a:ext>
                  </a:extLst>
                </p14:cNvPr>
                <p14:cNvContentPartPr/>
                <p14:nvPr/>
              </p14:nvContentPartPr>
              <p14:xfrm>
                <a:off x="7443697" y="3775413"/>
                <a:ext cx="734040" cy="524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515E9C4-8702-2880-BBB1-C108A28593A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37577" y="3769293"/>
                  <a:ext cx="7462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50FAF92-A459-4C99-8176-9C8E09FAA7AB}"/>
                    </a:ext>
                  </a:extLst>
                </p14:cNvPr>
                <p14:cNvContentPartPr/>
                <p14:nvPr/>
              </p14:nvContentPartPr>
              <p14:xfrm>
                <a:off x="8357017" y="3922653"/>
                <a:ext cx="1021320" cy="466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50FAF92-A459-4C99-8176-9C8E09FAA7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50897" y="3916533"/>
                  <a:ext cx="103356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8DAFEE-6D66-A17E-26A0-AA4DE765ABFB}"/>
                    </a:ext>
                  </a:extLst>
                </p14:cNvPr>
                <p14:cNvContentPartPr/>
                <p14:nvPr/>
              </p14:nvContentPartPr>
              <p14:xfrm>
                <a:off x="8356297" y="2113293"/>
                <a:ext cx="1733400" cy="1142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8DAFEE-6D66-A17E-26A0-AA4DE765AB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50177" y="2107173"/>
                  <a:ext cx="1745640" cy="11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D5B9BF-9B6C-F14E-4D09-17CBF0906378}"/>
                    </a:ext>
                  </a:extLst>
                </p14:cNvPr>
                <p14:cNvContentPartPr/>
                <p14:nvPr/>
              </p14:nvContentPartPr>
              <p14:xfrm>
                <a:off x="10225417" y="3047493"/>
                <a:ext cx="408600" cy="1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D5B9BF-9B6C-F14E-4D09-17CBF09063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19297" y="3041373"/>
                  <a:ext cx="420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4BECE5-9130-83C3-2C3E-A74B52A01512}"/>
                    </a:ext>
                  </a:extLst>
                </p14:cNvPr>
                <p14:cNvContentPartPr/>
                <p14:nvPr/>
              </p14:nvContentPartPr>
              <p14:xfrm>
                <a:off x="10510177" y="3106893"/>
                <a:ext cx="462960" cy="451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4BECE5-9130-83C3-2C3E-A74B52A015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04057" y="3100773"/>
                  <a:ext cx="4752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2D57B27-4250-AAA8-828A-2FC8D9986A7E}"/>
                    </a:ext>
                  </a:extLst>
                </p14:cNvPr>
                <p14:cNvContentPartPr/>
                <p14:nvPr/>
              </p14:nvContentPartPr>
              <p14:xfrm>
                <a:off x="10947217" y="3480573"/>
                <a:ext cx="133560" cy="244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2D57B27-4250-AAA8-828A-2FC8D9986A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41097" y="3474453"/>
                  <a:ext cx="145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18ED8FB-389A-EF63-983C-6D2B1D1CBA41}"/>
                    </a:ext>
                  </a:extLst>
                </p14:cNvPr>
                <p14:cNvContentPartPr/>
                <p14:nvPr/>
              </p14:nvContentPartPr>
              <p14:xfrm>
                <a:off x="11159617" y="3728973"/>
                <a:ext cx="424080" cy="233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18ED8FB-389A-EF63-983C-6D2B1D1CBA4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53497" y="3722853"/>
                  <a:ext cx="436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A3EA88-F85F-919F-34CF-DBB08976DEF7}"/>
                    </a:ext>
                  </a:extLst>
                </p14:cNvPr>
                <p14:cNvContentPartPr/>
                <p14:nvPr/>
              </p14:nvContentPartPr>
              <p14:xfrm>
                <a:off x="11564617" y="3709533"/>
                <a:ext cx="190440" cy="27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A3EA88-F85F-919F-34CF-DBB08976DE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558497" y="3703413"/>
                  <a:ext cx="202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61C0A70-3456-0E2D-2D84-C3E910BE14E8}"/>
                    </a:ext>
                  </a:extLst>
                </p14:cNvPr>
                <p14:cNvContentPartPr/>
                <p14:nvPr/>
              </p14:nvContentPartPr>
              <p14:xfrm>
                <a:off x="2891497" y="2685333"/>
                <a:ext cx="5976000" cy="472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61C0A70-3456-0E2D-2D84-C3E910BE14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85377" y="2679213"/>
                  <a:ext cx="59882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9E05FC-5D8F-6F30-BB01-158702D972DE}"/>
                    </a:ext>
                  </a:extLst>
                </p14:cNvPr>
                <p14:cNvContentPartPr/>
                <p14:nvPr/>
              </p14:nvContentPartPr>
              <p14:xfrm>
                <a:off x="2152057" y="2958573"/>
                <a:ext cx="1165320" cy="363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9E05FC-5D8F-6F30-BB01-158702D972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45937" y="2952453"/>
                  <a:ext cx="1177560" cy="37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015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A6CD-327D-B601-CFF6-C7BDC236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AF3334E-B160-68B8-2099-9AF44B37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844883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Arial Narrow" panose="020B0606020202030204" pitchFamily="34" charset="0"/>
                <a:cs typeface="Segoe UI Light" panose="020B0502040204020203" pitchFamily="34" charset="0"/>
              </a:rPr>
              <a:t>Memory Architecture : 512 words*74bits with mux8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C8F9339-C176-D4C3-1477-BB9E01CEC5A6}"/>
                  </a:ext>
                </a:extLst>
              </p14:cNvPr>
              <p14:cNvContentPartPr/>
              <p14:nvPr/>
            </p14:nvContentPartPr>
            <p14:xfrm>
              <a:off x="1405777" y="1750053"/>
              <a:ext cx="59400" cy="1435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C8F9339-C176-D4C3-1477-BB9E01CEC5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9657" y="1743933"/>
                <a:ext cx="71640" cy="14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A7D6024-6939-98C8-F434-C7AA37776C0F}"/>
                  </a:ext>
                </a:extLst>
              </p14:cNvPr>
              <p14:cNvContentPartPr/>
              <p14:nvPr/>
            </p14:nvContentPartPr>
            <p14:xfrm>
              <a:off x="1984657" y="1809093"/>
              <a:ext cx="356040" cy="15328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A7D6024-6939-98C8-F434-C7AA37776C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8537" y="1802973"/>
                <a:ext cx="368280" cy="154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2A40F46-F7B9-430C-732A-86FC0011E22E}"/>
              </a:ext>
            </a:extLst>
          </p:cNvPr>
          <p:cNvGrpSpPr/>
          <p:nvPr/>
        </p:nvGrpSpPr>
        <p:grpSpPr>
          <a:xfrm>
            <a:off x="217777" y="1217613"/>
            <a:ext cx="2525400" cy="2216160"/>
            <a:chOff x="217777" y="1217613"/>
            <a:chExt cx="2525400" cy="22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10C3730-53D6-185C-BE5F-22773EDA132A}"/>
                    </a:ext>
                  </a:extLst>
                </p14:cNvPr>
                <p14:cNvContentPartPr/>
                <p14:nvPr/>
              </p14:nvContentPartPr>
              <p14:xfrm>
                <a:off x="687937" y="1386093"/>
                <a:ext cx="1822680" cy="73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10C3730-53D6-185C-BE5F-22773EDA13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1817" y="1379973"/>
                  <a:ext cx="18349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CE7432-26F8-EB2D-DE1F-A51098F238FD}"/>
                    </a:ext>
                  </a:extLst>
                </p14:cNvPr>
                <p14:cNvContentPartPr/>
                <p14:nvPr/>
              </p14:nvContentPartPr>
              <p14:xfrm>
                <a:off x="677497" y="1366653"/>
                <a:ext cx="30600" cy="303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CE7432-26F8-EB2D-DE1F-A51098F238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1377" y="1360533"/>
                  <a:ext cx="42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C55FF9-4445-6922-8CE6-B00B3AD9806F}"/>
                    </a:ext>
                  </a:extLst>
                </p14:cNvPr>
                <p14:cNvContentPartPr/>
                <p14:nvPr/>
              </p14:nvContentPartPr>
              <p14:xfrm>
                <a:off x="678217" y="1466013"/>
                <a:ext cx="1829880" cy="235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C55FF9-4445-6922-8CE6-B00B3AD980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2097" y="1459893"/>
                  <a:ext cx="1842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9EF123-8B7C-10F3-46F3-A5597A74E5CA}"/>
                    </a:ext>
                  </a:extLst>
                </p14:cNvPr>
                <p14:cNvContentPartPr/>
                <p14:nvPr/>
              </p14:nvContentPartPr>
              <p14:xfrm>
                <a:off x="678217" y="1553133"/>
                <a:ext cx="1735200" cy="37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9EF123-8B7C-10F3-46F3-A5597A74E5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2097" y="1547013"/>
                  <a:ext cx="17474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0BDB56-4003-2747-9820-E188E1EC486C}"/>
                    </a:ext>
                  </a:extLst>
                </p14:cNvPr>
                <p14:cNvContentPartPr/>
                <p14:nvPr/>
              </p14:nvContentPartPr>
              <p14:xfrm>
                <a:off x="2015617" y="1661493"/>
                <a:ext cx="501480" cy="30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0BDB56-4003-2747-9820-E188E1EC48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9497" y="1655373"/>
                  <a:ext cx="513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866825-9FA7-0CA2-0415-B7823B0157DB}"/>
                    </a:ext>
                  </a:extLst>
                </p14:cNvPr>
                <p14:cNvContentPartPr/>
                <p14:nvPr/>
              </p14:nvContentPartPr>
              <p14:xfrm>
                <a:off x="894217" y="1425333"/>
                <a:ext cx="20880" cy="443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866825-9FA7-0CA2-0415-B7823B0157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8097" y="1419213"/>
                  <a:ext cx="331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5A022BB-ECF2-1405-F429-39F99831297D}"/>
                    </a:ext>
                  </a:extLst>
                </p14:cNvPr>
                <p14:cNvContentPartPr/>
                <p14:nvPr/>
              </p14:nvContentPartPr>
              <p14:xfrm>
                <a:off x="1159897" y="1464933"/>
                <a:ext cx="21960" cy="36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5A022BB-ECF2-1405-F429-39F9983129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53777" y="1458813"/>
                  <a:ext cx="342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CFECCE4-3BA8-5374-5B62-A71B91335F7D}"/>
                    </a:ext>
                  </a:extLst>
                </p14:cNvPr>
                <p14:cNvContentPartPr/>
                <p14:nvPr/>
              </p14:nvContentPartPr>
              <p14:xfrm>
                <a:off x="1445377" y="1405893"/>
                <a:ext cx="21600" cy="447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CFECCE4-3BA8-5374-5B62-A71B91335F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9257" y="1399773"/>
                  <a:ext cx="338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E96797-2D73-FC1F-0C65-9687371AEA08}"/>
                    </a:ext>
                  </a:extLst>
                </p14:cNvPr>
                <p14:cNvContentPartPr/>
                <p14:nvPr/>
              </p14:nvContentPartPr>
              <p14:xfrm>
                <a:off x="1572817" y="1583013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E96797-2D73-FC1F-0C65-9687371AEA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66697" y="15768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24E727-5FCE-FE85-1405-DF9C4000785F}"/>
                    </a:ext>
                  </a:extLst>
                </p14:cNvPr>
                <p14:cNvContentPartPr/>
                <p14:nvPr/>
              </p14:nvContentPartPr>
              <p14:xfrm>
                <a:off x="1759657" y="1543413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24E727-5FCE-FE85-1405-DF9C4000785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53537" y="15372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835125-79DE-208D-AE61-F231D28817A5}"/>
                    </a:ext>
                  </a:extLst>
                </p14:cNvPr>
                <p14:cNvContentPartPr/>
                <p14:nvPr/>
              </p14:nvContentPartPr>
              <p14:xfrm>
                <a:off x="1877737" y="1533693"/>
                <a:ext cx="21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835125-79DE-208D-AE61-F231D28817A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71617" y="152757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EA0E8BF-4F35-3E34-1A21-6767AAC465B2}"/>
                    </a:ext>
                  </a:extLst>
                </p14:cNvPr>
                <p14:cNvContentPartPr/>
                <p14:nvPr/>
              </p14:nvContentPartPr>
              <p14:xfrm>
                <a:off x="2318377" y="1425333"/>
                <a:ext cx="60840" cy="463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EA0E8BF-4F35-3E34-1A21-6767AAC465B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12257" y="1419213"/>
                  <a:ext cx="730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1BAC8A-8ADB-769F-99C3-61E42699FD3F}"/>
                    </a:ext>
                  </a:extLst>
                </p14:cNvPr>
                <p14:cNvContentPartPr/>
                <p14:nvPr/>
              </p14:nvContentPartPr>
              <p14:xfrm>
                <a:off x="2369497" y="1818813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1BAC8A-8ADB-769F-99C3-61E42699FD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63377" y="18126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36F1A7-DC58-52F3-7CE4-04D8B45362C7}"/>
                    </a:ext>
                  </a:extLst>
                </p14:cNvPr>
                <p14:cNvContentPartPr/>
                <p14:nvPr/>
              </p14:nvContentPartPr>
              <p14:xfrm>
                <a:off x="806017" y="1236693"/>
                <a:ext cx="6480" cy="113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36F1A7-DC58-52F3-7CE4-04D8B45362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9897" y="1230573"/>
                  <a:ext cx="18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C12012-E954-482C-DF28-2BA2FCE23E39}"/>
                    </a:ext>
                  </a:extLst>
                </p14:cNvPr>
                <p14:cNvContentPartPr/>
                <p14:nvPr/>
              </p14:nvContentPartPr>
              <p14:xfrm>
                <a:off x="2399017" y="1217613"/>
                <a:ext cx="4320" cy="2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C12012-E954-482C-DF28-2BA2FCE23E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92897" y="1211493"/>
                  <a:ext cx="165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084546-9DD6-32B7-25CF-1E97B78CAE29}"/>
                    </a:ext>
                  </a:extLst>
                </p14:cNvPr>
                <p14:cNvContentPartPr/>
                <p14:nvPr/>
              </p14:nvContentPartPr>
              <p14:xfrm>
                <a:off x="2310457" y="1248573"/>
                <a:ext cx="110880" cy="146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084546-9DD6-32B7-25CF-1E97B78CAE2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04337" y="1242453"/>
                  <a:ext cx="123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30D26E1-CBC7-EB9C-24BD-427056A2B26E}"/>
                    </a:ext>
                  </a:extLst>
                </p14:cNvPr>
                <p14:cNvContentPartPr/>
                <p14:nvPr/>
              </p14:nvContentPartPr>
              <p14:xfrm>
                <a:off x="2367337" y="1362693"/>
                <a:ext cx="75960" cy="4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30D26E1-CBC7-EB9C-24BD-427056A2B2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61217" y="1356573"/>
                  <a:ext cx="88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8A177D7-9871-7E76-8438-8BBBEA48F452}"/>
                    </a:ext>
                  </a:extLst>
                </p14:cNvPr>
                <p14:cNvContentPartPr/>
                <p14:nvPr/>
              </p14:nvContentPartPr>
              <p14:xfrm>
                <a:off x="2541217" y="1278093"/>
                <a:ext cx="52200" cy="99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8A177D7-9871-7E76-8438-8BBBEA48F4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35097" y="1271973"/>
                  <a:ext cx="64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7693E75-A07D-BEED-F5F7-F1432016C745}"/>
                    </a:ext>
                  </a:extLst>
                </p14:cNvPr>
                <p14:cNvContentPartPr/>
                <p14:nvPr/>
              </p14:nvContentPartPr>
              <p14:xfrm>
                <a:off x="2605657" y="1354413"/>
                <a:ext cx="10080" cy="119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7693E75-A07D-BEED-F5F7-F1432016C74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99537" y="1348293"/>
                  <a:ext cx="22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517225C-E66A-8A30-D3C6-AA59B04804B3}"/>
                    </a:ext>
                  </a:extLst>
                </p14:cNvPr>
                <p14:cNvContentPartPr/>
                <p14:nvPr/>
              </p14:nvContentPartPr>
              <p14:xfrm>
                <a:off x="2585497" y="1375293"/>
                <a:ext cx="157680" cy="21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517225C-E66A-8A30-D3C6-AA59B04804B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79377" y="1369173"/>
                  <a:ext cx="169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36BD3B7-AFF1-451E-A864-6E4832C95A7F}"/>
                    </a:ext>
                  </a:extLst>
                </p14:cNvPr>
                <p14:cNvContentPartPr/>
                <p14:nvPr/>
              </p14:nvContentPartPr>
              <p14:xfrm>
                <a:off x="608017" y="1701093"/>
                <a:ext cx="1278000" cy="1658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36BD3B7-AFF1-451E-A864-6E4832C95A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1897" y="1694973"/>
                  <a:ext cx="1290240" cy="16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882398-3362-2F88-360D-3D14C3EC9D52}"/>
                    </a:ext>
                  </a:extLst>
                </p14:cNvPr>
                <p14:cNvContentPartPr/>
                <p14:nvPr/>
              </p14:nvContentPartPr>
              <p14:xfrm>
                <a:off x="1757857" y="1710813"/>
                <a:ext cx="769320" cy="1722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882398-3362-2F88-360D-3D14C3EC9D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51737" y="1704693"/>
                  <a:ext cx="781560" cy="17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CB3DCE-A442-473E-75AC-D8A8DFFEC972}"/>
                    </a:ext>
                  </a:extLst>
                </p14:cNvPr>
                <p14:cNvContentPartPr/>
                <p14:nvPr/>
              </p14:nvContentPartPr>
              <p14:xfrm>
                <a:off x="687937" y="2063253"/>
                <a:ext cx="1778760" cy="129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CB3DCE-A442-473E-75AC-D8A8DFFEC9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1817" y="2057133"/>
                  <a:ext cx="1791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DB49BC6-F151-B6A7-777E-288F05024F85}"/>
                    </a:ext>
                  </a:extLst>
                </p14:cNvPr>
                <p14:cNvContentPartPr/>
                <p14:nvPr/>
              </p14:nvContentPartPr>
              <p14:xfrm>
                <a:off x="668497" y="2309493"/>
                <a:ext cx="1780920" cy="159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DB49BC6-F151-B6A7-777E-288F05024F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2377" y="2303373"/>
                  <a:ext cx="1793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ABD6704-6B81-E29A-A87A-F6BBD9EDCB8E}"/>
                    </a:ext>
                  </a:extLst>
                </p14:cNvPr>
                <p14:cNvContentPartPr/>
                <p14:nvPr/>
              </p14:nvContentPartPr>
              <p14:xfrm>
                <a:off x="933817" y="2546373"/>
                <a:ext cx="360" cy="10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ABD6704-6B81-E29A-A87A-F6BBD9EDCB8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7697" y="2540253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A7377B9-9C88-37A5-D4A1-48C633890FF8}"/>
                    </a:ext>
                  </a:extLst>
                </p14:cNvPr>
                <p14:cNvContentPartPr/>
                <p14:nvPr/>
              </p14:nvContentPartPr>
              <p14:xfrm>
                <a:off x="933817" y="2645013"/>
                <a:ext cx="360" cy="10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A7377B9-9C88-37A5-D4A1-48C633890F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7697" y="2638893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0555DF-D79E-77B6-E11F-A9B186AF8BB5}"/>
                    </a:ext>
                  </a:extLst>
                </p14:cNvPr>
                <p14:cNvContentPartPr/>
                <p14:nvPr/>
              </p14:nvContentPartPr>
              <p14:xfrm>
                <a:off x="933817" y="2713773"/>
                <a:ext cx="360" cy="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0555DF-D79E-77B6-E11F-A9B186AF8BB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7697" y="270765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CA81976-070E-67C5-0AFD-E7BBD32C968A}"/>
                    </a:ext>
                  </a:extLst>
                </p14:cNvPr>
                <p14:cNvContentPartPr/>
                <p14:nvPr/>
              </p14:nvContentPartPr>
              <p14:xfrm>
                <a:off x="933817" y="2772453"/>
                <a:ext cx="360" cy="10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CA81976-070E-67C5-0AFD-E7BBD32C968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697" y="2766333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9041A91-AEC7-E1E1-4E09-4D33778D4685}"/>
                    </a:ext>
                  </a:extLst>
                </p14:cNvPr>
                <p14:cNvContentPartPr/>
                <p14:nvPr/>
              </p14:nvContentPartPr>
              <p14:xfrm>
                <a:off x="933817" y="2909973"/>
                <a:ext cx="360" cy="2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9041A91-AEC7-E1E1-4E09-4D33778D46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7697" y="290385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C8DCD8A-D4EE-8FC2-AD47-7F5F3A78B93C}"/>
                    </a:ext>
                  </a:extLst>
                </p14:cNvPr>
                <p14:cNvContentPartPr/>
                <p14:nvPr/>
              </p14:nvContentPartPr>
              <p14:xfrm>
                <a:off x="648697" y="3067653"/>
                <a:ext cx="1623600" cy="88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C8DCD8A-D4EE-8FC2-AD47-7F5F3A78B9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577" y="3061533"/>
                  <a:ext cx="1635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046F8C2-5FAB-BEDC-7604-36C35130E1E2}"/>
                    </a:ext>
                  </a:extLst>
                </p14:cNvPr>
                <p14:cNvContentPartPr/>
                <p14:nvPr/>
              </p14:nvContentPartPr>
              <p14:xfrm>
                <a:off x="795937" y="1789293"/>
                <a:ext cx="109080" cy="1365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046F8C2-5FAB-BEDC-7604-36C35130E1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9817" y="1783173"/>
                  <a:ext cx="121320" cy="13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5B651D1-7137-4B92-5874-E81A736477BB}"/>
                    </a:ext>
                  </a:extLst>
                </p14:cNvPr>
                <p14:cNvContentPartPr/>
                <p14:nvPr/>
              </p14:nvContentPartPr>
              <p14:xfrm>
                <a:off x="1110577" y="1779573"/>
                <a:ext cx="100440" cy="1381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5B651D1-7137-4B92-5874-E81A736477B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4457" y="1773453"/>
                  <a:ext cx="112680" cy="13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CB8138-F505-809C-4322-94D67AC84D32}"/>
                    </a:ext>
                  </a:extLst>
                </p14:cNvPr>
                <p14:cNvContentPartPr/>
                <p14:nvPr/>
              </p14:nvContentPartPr>
              <p14:xfrm>
                <a:off x="520897" y="1405893"/>
                <a:ext cx="36360" cy="140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CB8138-F505-809C-4322-94D67AC84D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4777" y="1399773"/>
                  <a:ext cx="48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D742B03-BE24-8D5C-C82A-1D3B7603DDEE}"/>
                    </a:ext>
                  </a:extLst>
                </p14:cNvPr>
                <p14:cNvContentPartPr/>
                <p14:nvPr/>
              </p14:nvContentPartPr>
              <p14:xfrm>
                <a:off x="217777" y="3096813"/>
                <a:ext cx="146520" cy="148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D742B03-BE24-8D5C-C82A-1D3B7603DD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1657" y="3090693"/>
                  <a:ext cx="158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000C51D-E922-095C-5C02-B3434AEE5123}"/>
                    </a:ext>
                  </a:extLst>
                </p14:cNvPr>
                <p14:cNvContentPartPr/>
                <p14:nvPr/>
              </p14:nvContentPartPr>
              <p14:xfrm>
                <a:off x="353497" y="3116973"/>
                <a:ext cx="11160" cy="107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000C51D-E922-095C-5C02-B3434AEE51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7377" y="3110853"/>
                  <a:ext cx="23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38A0F1-3AF2-0B3C-48C3-6DB2EF5E9802}"/>
                    </a:ext>
                  </a:extLst>
                </p14:cNvPr>
                <p14:cNvContentPartPr/>
                <p14:nvPr/>
              </p14:nvContentPartPr>
              <p14:xfrm>
                <a:off x="393097" y="3108693"/>
                <a:ext cx="116280" cy="116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38A0F1-3AF2-0B3C-48C3-6DB2EF5E980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6977" y="3102573"/>
                  <a:ext cx="1285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F600E29-8A0F-1C3A-F186-E92859F465B8}"/>
              </a:ext>
            </a:extLst>
          </p:cNvPr>
          <p:cNvGrpSpPr/>
          <p:nvPr/>
        </p:nvGrpSpPr>
        <p:grpSpPr>
          <a:xfrm>
            <a:off x="2787097" y="2308773"/>
            <a:ext cx="330120" cy="277200"/>
            <a:chOff x="2787097" y="2308773"/>
            <a:chExt cx="33012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D09709D-1272-9528-25AE-21395B99A0A4}"/>
                    </a:ext>
                  </a:extLst>
                </p14:cNvPr>
                <p14:cNvContentPartPr/>
                <p14:nvPr/>
              </p14:nvContentPartPr>
              <p14:xfrm>
                <a:off x="2787097" y="2310213"/>
                <a:ext cx="171720" cy="50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D09709D-1272-9528-25AE-21395B99A0A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80977" y="2304093"/>
                  <a:ext cx="183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4212B46-0EC0-9DC4-1782-6231B5340C46}"/>
                    </a:ext>
                  </a:extLst>
                </p14:cNvPr>
                <p14:cNvContentPartPr/>
                <p14:nvPr/>
              </p14:nvContentPartPr>
              <p14:xfrm>
                <a:off x="2831377" y="2418573"/>
                <a:ext cx="196200" cy="29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4212B46-0EC0-9DC4-1782-6231B5340C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25257" y="2412453"/>
                  <a:ext cx="208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259B50B-10FF-91DD-364A-A456F5CD982C}"/>
                    </a:ext>
                  </a:extLst>
                </p14:cNvPr>
                <p14:cNvContentPartPr/>
                <p14:nvPr/>
              </p14:nvContentPartPr>
              <p14:xfrm>
                <a:off x="2988697" y="2308773"/>
                <a:ext cx="128520" cy="277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259B50B-10FF-91DD-364A-A456F5CD98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82577" y="2302653"/>
                  <a:ext cx="1407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8DE3C6E-479D-BB05-1C67-9E30CC2E0177}"/>
                  </a:ext>
                </a:extLst>
              </p14:cNvPr>
              <p14:cNvContentPartPr/>
              <p14:nvPr/>
            </p14:nvContentPartPr>
            <p14:xfrm>
              <a:off x="4739017" y="1396173"/>
              <a:ext cx="568800" cy="1666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8DE3C6E-479D-BB05-1C67-9E30CC2E017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32897" y="1390053"/>
                <a:ext cx="5810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6AAE7C1-C48E-9657-8B81-C5440F3CCD87}"/>
                  </a:ext>
                </a:extLst>
              </p14:cNvPr>
              <p14:cNvContentPartPr/>
              <p14:nvPr/>
            </p14:nvContentPartPr>
            <p14:xfrm>
              <a:off x="5879497" y="1276653"/>
              <a:ext cx="205200" cy="2102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6AAE7C1-C48E-9657-8B81-C5440F3CCD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73377" y="1270533"/>
                <a:ext cx="21744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C3CE526-1BA9-B17F-F490-73A5A0101AEE}"/>
              </a:ext>
            </a:extLst>
          </p:cNvPr>
          <p:cNvGrpSpPr/>
          <p:nvPr/>
        </p:nvGrpSpPr>
        <p:grpSpPr>
          <a:xfrm>
            <a:off x="6194137" y="1289253"/>
            <a:ext cx="3709800" cy="434160"/>
            <a:chOff x="6194137" y="1289253"/>
            <a:chExt cx="370980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740817-0690-3C65-05EC-BCC530FE94E6}"/>
                    </a:ext>
                  </a:extLst>
                </p14:cNvPr>
                <p14:cNvContentPartPr/>
                <p14:nvPr/>
              </p14:nvContentPartPr>
              <p14:xfrm>
                <a:off x="6194137" y="1311933"/>
                <a:ext cx="1296720" cy="411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740817-0690-3C65-05EC-BCC530FE94E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8017" y="1305813"/>
                  <a:ext cx="13089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BF9CFFA-C5A4-E4FE-D86F-A9C6A7AF8320}"/>
                    </a:ext>
                  </a:extLst>
                </p14:cNvPr>
                <p14:cNvContentPartPr/>
                <p14:nvPr/>
              </p14:nvContentPartPr>
              <p14:xfrm>
                <a:off x="7843297" y="1346493"/>
                <a:ext cx="142200" cy="214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BF9CFFA-C5A4-E4FE-D86F-A9C6A7AF83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37177" y="1340373"/>
                  <a:ext cx="154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B30E61A-8965-D2F2-A5CA-87E2E016EA2A}"/>
                    </a:ext>
                  </a:extLst>
                </p14:cNvPr>
                <p14:cNvContentPartPr/>
                <p14:nvPr/>
              </p14:nvContentPartPr>
              <p14:xfrm>
                <a:off x="8081617" y="1366653"/>
                <a:ext cx="18360" cy="163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B30E61A-8965-D2F2-A5CA-87E2E016EA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75497" y="1360533"/>
                  <a:ext cx="30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51349DF-6D7A-CC14-F91C-B6AA212F3E61}"/>
                    </a:ext>
                  </a:extLst>
                </p14:cNvPr>
                <p14:cNvContentPartPr/>
                <p14:nvPr/>
              </p14:nvContentPartPr>
              <p14:xfrm>
                <a:off x="8210137" y="1289253"/>
                <a:ext cx="201240" cy="224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51349DF-6D7A-CC14-F91C-B6AA212F3E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04017" y="1283133"/>
                  <a:ext cx="213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AC94DBB-364D-2964-21A8-98CAE0D10692}"/>
                    </a:ext>
                  </a:extLst>
                </p14:cNvPr>
                <p14:cNvContentPartPr/>
                <p14:nvPr/>
              </p14:nvContentPartPr>
              <p14:xfrm>
                <a:off x="8682097" y="1342533"/>
                <a:ext cx="118080" cy="129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AC94DBB-364D-2964-21A8-98CAE0D1069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75977" y="1336413"/>
                  <a:ext cx="130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3F57E5B-56D1-4E07-2FEE-53B4927BD3AC}"/>
                    </a:ext>
                  </a:extLst>
                </p14:cNvPr>
                <p14:cNvContentPartPr/>
                <p14:nvPr/>
              </p14:nvContentPartPr>
              <p14:xfrm>
                <a:off x="8901337" y="1371333"/>
                <a:ext cx="336600" cy="178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3F57E5B-56D1-4E07-2FEE-53B4927BD3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95217" y="1364853"/>
                  <a:ext cx="348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A1D700A-CB36-1CAE-013B-F6C9B74D2297}"/>
                    </a:ext>
                  </a:extLst>
                </p14:cNvPr>
                <p14:cNvContentPartPr/>
                <p14:nvPr/>
              </p14:nvContentPartPr>
              <p14:xfrm>
                <a:off x="9487777" y="1480053"/>
                <a:ext cx="416160" cy="107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A1D700A-CB36-1CAE-013B-F6C9B74D229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81657" y="1473933"/>
                  <a:ext cx="42840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8C78116-2AF9-E799-467E-FF501176F15B}"/>
                  </a:ext>
                </a:extLst>
              </p14:cNvPr>
              <p14:cNvContentPartPr/>
              <p14:nvPr/>
            </p14:nvContentPartPr>
            <p14:xfrm>
              <a:off x="9596137" y="1376373"/>
              <a:ext cx="1008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8C78116-2AF9-E799-467E-FF501176F15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90017" y="1370253"/>
                <a:ext cx="22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AD8C226-63B8-FABC-7622-655F911F8015}"/>
              </a:ext>
            </a:extLst>
          </p:cNvPr>
          <p:cNvGrpSpPr/>
          <p:nvPr/>
        </p:nvGrpSpPr>
        <p:grpSpPr>
          <a:xfrm>
            <a:off x="9969457" y="1371333"/>
            <a:ext cx="531360" cy="235440"/>
            <a:chOff x="9969457" y="1371333"/>
            <a:chExt cx="53136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A9B97D-488C-F08A-C20B-61A74F4ED49F}"/>
                    </a:ext>
                  </a:extLst>
                </p14:cNvPr>
                <p14:cNvContentPartPr/>
                <p14:nvPr/>
              </p14:nvContentPartPr>
              <p14:xfrm>
                <a:off x="9969457" y="1423533"/>
                <a:ext cx="135000" cy="119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A9B97D-488C-F08A-C20B-61A74F4ED4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63337" y="1417413"/>
                  <a:ext cx="147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0D4313D-A8B1-9A5A-3753-094B6C2D5B5D}"/>
                    </a:ext>
                  </a:extLst>
                </p14:cNvPr>
                <p14:cNvContentPartPr/>
                <p14:nvPr/>
              </p14:nvContentPartPr>
              <p14:xfrm>
                <a:off x="10157737" y="1371333"/>
                <a:ext cx="343080" cy="235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0D4313D-A8B1-9A5A-3753-094B6C2D5B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51617" y="1365213"/>
                  <a:ext cx="3553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751CFDF-A492-DC01-0544-563A59F70974}"/>
              </a:ext>
            </a:extLst>
          </p:cNvPr>
          <p:cNvGrpSpPr/>
          <p:nvPr/>
        </p:nvGrpSpPr>
        <p:grpSpPr>
          <a:xfrm>
            <a:off x="10726897" y="1446573"/>
            <a:ext cx="286920" cy="202680"/>
            <a:chOff x="10726897" y="1446573"/>
            <a:chExt cx="28692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D644E0F-1B80-2712-D674-67556DEB2515}"/>
                    </a:ext>
                  </a:extLst>
                </p14:cNvPr>
                <p14:cNvContentPartPr/>
                <p14:nvPr/>
              </p14:nvContentPartPr>
              <p14:xfrm>
                <a:off x="10726897" y="1446573"/>
                <a:ext cx="286920" cy="202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D644E0F-1B80-2712-D674-67556DEB251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720777" y="1440453"/>
                  <a:ext cx="299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E4E5B6C-B7A8-9D1D-190E-221E88147E42}"/>
                    </a:ext>
                  </a:extLst>
                </p14:cNvPr>
                <p14:cNvContentPartPr/>
                <p14:nvPr/>
              </p14:nvContentPartPr>
              <p14:xfrm>
                <a:off x="10834897" y="1487613"/>
                <a:ext cx="91800" cy="27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E4E5B6C-B7A8-9D1D-190E-221E88147E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828777" y="1481493"/>
                  <a:ext cx="1040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B0B4CF8-B088-12F5-AC80-4C90A40C56D2}"/>
              </a:ext>
            </a:extLst>
          </p:cNvPr>
          <p:cNvGrpSpPr/>
          <p:nvPr/>
        </p:nvGrpSpPr>
        <p:grpSpPr>
          <a:xfrm>
            <a:off x="3470377" y="1327413"/>
            <a:ext cx="1502640" cy="641520"/>
            <a:chOff x="3470377" y="1327413"/>
            <a:chExt cx="150264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E04281A-79DE-45E4-F17C-31A5CBAEDEE8}"/>
                    </a:ext>
                  </a:extLst>
                </p14:cNvPr>
                <p14:cNvContentPartPr/>
                <p14:nvPr/>
              </p14:nvContentPartPr>
              <p14:xfrm>
                <a:off x="3480457" y="1409853"/>
                <a:ext cx="21240" cy="151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E04281A-79DE-45E4-F17C-31A5CBAEDE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74337" y="1403733"/>
                  <a:ext cx="33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22D3DA0-6312-B36E-6746-82FC004D3BED}"/>
                    </a:ext>
                  </a:extLst>
                </p14:cNvPr>
                <p14:cNvContentPartPr/>
                <p14:nvPr/>
              </p14:nvContentPartPr>
              <p14:xfrm>
                <a:off x="3470377" y="1381773"/>
                <a:ext cx="249840" cy="191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22D3DA0-6312-B36E-6746-82FC004D3BE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64257" y="1375653"/>
                  <a:ext cx="262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0AFCFC1-19D5-592C-BEC3-1C436100575D}"/>
                    </a:ext>
                  </a:extLst>
                </p14:cNvPr>
                <p14:cNvContentPartPr/>
                <p14:nvPr/>
              </p14:nvContentPartPr>
              <p14:xfrm>
                <a:off x="3765577" y="1405893"/>
                <a:ext cx="110520" cy="155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0AFCFC1-19D5-592C-BEC3-1C43610057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9457" y="1399773"/>
                  <a:ext cx="122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40FD3F-9D84-D322-3DA7-6A69AE6C97C5}"/>
                    </a:ext>
                  </a:extLst>
                </p14:cNvPr>
                <p14:cNvContentPartPr/>
                <p14:nvPr/>
              </p14:nvContentPartPr>
              <p14:xfrm>
                <a:off x="3962497" y="1403733"/>
                <a:ext cx="107640" cy="101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40FD3F-9D84-D322-3DA7-6A69AE6C97C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56377" y="1397613"/>
                  <a:ext cx="119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A83FC1-0499-392B-833F-18058A1280C1}"/>
                    </a:ext>
                  </a:extLst>
                </p14:cNvPr>
                <p14:cNvContentPartPr/>
                <p14:nvPr/>
              </p14:nvContentPartPr>
              <p14:xfrm>
                <a:off x="4031257" y="1415613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A83FC1-0499-392B-833F-18058A1280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25137" y="14094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9ED64C2-3324-F221-4874-06AD792CEB5C}"/>
                    </a:ext>
                  </a:extLst>
                </p14:cNvPr>
                <p14:cNvContentPartPr/>
                <p14:nvPr/>
              </p14:nvContentPartPr>
              <p14:xfrm>
                <a:off x="3991657" y="1376373"/>
                <a:ext cx="40320" cy="214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9ED64C2-3324-F221-4874-06AD792CEB5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5537" y="1370253"/>
                  <a:ext cx="52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70F3BF-C12E-3937-B876-92560A26B914}"/>
                    </a:ext>
                  </a:extLst>
                </p14:cNvPr>
                <p14:cNvContentPartPr/>
                <p14:nvPr/>
              </p14:nvContentPartPr>
              <p14:xfrm>
                <a:off x="4149337" y="1405533"/>
                <a:ext cx="77400" cy="10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70F3BF-C12E-3937-B876-92560A26B91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43217" y="1399413"/>
                  <a:ext cx="896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CE39CBF-5CCF-8AB0-4FAD-C815886E9EBE}"/>
                    </a:ext>
                  </a:extLst>
                </p14:cNvPr>
                <p14:cNvContentPartPr/>
                <p14:nvPr/>
              </p14:nvContentPartPr>
              <p14:xfrm>
                <a:off x="4415377" y="1327413"/>
                <a:ext cx="135720" cy="257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CE39CBF-5CCF-8AB0-4FAD-C815886E9EB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09257" y="1321293"/>
                  <a:ext cx="1479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CA87304-AF89-0CCB-8B39-F423A33DE87F}"/>
                    </a:ext>
                  </a:extLst>
                </p14:cNvPr>
                <p14:cNvContentPartPr/>
                <p14:nvPr/>
              </p14:nvContentPartPr>
              <p14:xfrm>
                <a:off x="3887617" y="1675533"/>
                <a:ext cx="1085400" cy="293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CA87304-AF89-0CCB-8B39-F423A33DE8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81497" y="1669413"/>
                  <a:ext cx="109764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422D966-CA0F-B9BC-9122-E701D9821866}"/>
              </a:ext>
            </a:extLst>
          </p:cNvPr>
          <p:cNvGrpSpPr/>
          <p:nvPr/>
        </p:nvGrpSpPr>
        <p:grpSpPr>
          <a:xfrm>
            <a:off x="5289457" y="1746093"/>
            <a:ext cx="835200" cy="260280"/>
            <a:chOff x="5289457" y="1746093"/>
            <a:chExt cx="83520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DEAEDAB-C1D9-3DCA-8D23-C54D678575CD}"/>
                    </a:ext>
                  </a:extLst>
                </p14:cNvPr>
                <p14:cNvContentPartPr/>
                <p14:nvPr/>
              </p14:nvContentPartPr>
              <p14:xfrm>
                <a:off x="5289457" y="1746093"/>
                <a:ext cx="835200" cy="260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DEAEDAB-C1D9-3DCA-8D23-C54D678575C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83337" y="1739973"/>
                  <a:ext cx="8474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A49C7E9-CE55-90F7-4582-67E5429C1636}"/>
                    </a:ext>
                  </a:extLst>
                </p14:cNvPr>
                <p14:cNvContentPartPr/>
                <p14:nvPr/>
              </p14:nvContentPartPr>
              <p14:xfrm>
                <a:off x="5388097" y="1802613"/>
                <a:ext cx="117000" cy="16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A49C7E9-CE55-90F7-4582-67E5429C16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81977" y="1796493"/>
                  <a:ext cx="1292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8EC6D78-9DEB-E3F1-3948-370B238557BB}"/>
              </a:ext>
            </a:extLst>
          </p:cNvPr>
          <p:cNvGrpSpPr/>
          <p:nvPr/>
        </p:nvGrpSpPr>
        <p:grpSpPr>
          <a:xfrm>
            <a:off x="6693097" y="1832853"/>
            <a:ext cx="1675800" cy="313200"/>
            <a:chOff x="6693097" y="1832853"/>
            <a:chExt cx="167580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EF64B12-AA80-EF83-6038-53A154D5160F}"/>
                    </a:ext>
                  </a:extLst>
                </p14:cNvPr>
                <p14:cNvContentPartPr/>
                <p14:nvPr/>
              </p14:nvContentPartPr>
              <p14:xfrm>
                <a:off x="6693097" y="1887573"/>
                <a:ext cx="169200" cy="130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EF64B12-AA80-EF83-6038-53A154D516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86977" y="1881453"/>
                  <a:ext cx="181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E2365B3-1CD2-4EA6-0971-F413CAC26B74}"/>
                    </a:ext>
                  </a:extLst>
                </p14:cNvPr>
                <p14:cNvContentPartPr/>
                <p14:nvPr/>
              </p14:nvContentPartPr>
              <p14:xfrm>
                <a:off x="6873457" y="1932573"/>
                <a:ext cx="48960" cy="108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E2365B3-1CD2-4EA6-0971-F413CAC26B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67337" y="1926453"/>
                  <a:ext cx="61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16EFFD2-268C-79B0-B950-6EBEAFD88A30}"/>
                    </a:ext>
                  </a:extLst>
                </p14:cNvPr>
                <p14:cNvContentPartPr/>
                <p14:nvPr/>
              </p14:nvContentPartPr>
              <p14:xfrm>
                <a:off x="6941137" y="1902333"/>
                <a:ext cx="454680" cy="194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16EFFD2-268C-79B0-B950-6EBEAFD88A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35017" y="1896213"/>
                  <a:ext cx="466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A85244-8478-E7CD-9D5B-472353F75302}"/>
                    </a:ext>
                  </a:extLst>
                </p14:cNvPr>
                <p14:cNvContentPartPr/>
                <p14:nvPr/>
              </p14:nvContentPartPr>
              <p14:xfrm>
                <a:off x="7422817" y="1865613"/>
                <a:ext cx="469440" cy="280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A85244-8478-E7CD-9D5B-472353F753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16697" y="1859493"/>
                  <a:ext cx="4816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459392B-A9DA-1CC2-A27F-47B4EBEFEDE6}"/>
                    </a:ext>
                  </a:extLst>
                </p14:cNvPr>
                <p14:cNvContentPartPr/>
                <p14:nvPr/>
              </p14:nvContentPartPr>
              <p14:xfrm>
                <a:off x="8111497" y="1832853"/>
                <a:ext cx="257400" cy="304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459392B-A9DA-1CC2-A27F-47B4EBEFEDE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05377" y="1826733"/>
                  <a:ext cx="2696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5ADE6B5-D60F-F42A-755B-46D6E9E4F222}"/>
                    </a:ext>
                  </a:extLst>
                </p14:cNvPr>
                <p14:cNvContentPartPr/>
                <p14:nvPr/>
              </p14:nvContentPartPr>
              <p14:xfrm>
                <a:off x="8121217" y="1897293"/>
                <a:ext cx="165240" cy="14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5ADE6B5-D60F-F42A-755B-46D6E9E4F22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15097" y="1891173"/>
                  <a:ext cx="17748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BFA139D-3DAF-F832-D66B-BBC2F2B0AE17}"/>
              </a:ext>
            </a:extLst>
          </p:cNvPr>
          <p:cNvGrpSpPr/>
          <p:nvPr/>
        </p:nvGrpSpPr>
        <p:grpSpPr>
          <a:xfrm>
            <a:off x="8840137" y="1812693"/>
            <a:ext cx="808200" cy="352080"/>
            <a:chOff x="8840137" y="1812693"/>
            <a:chExt cx="80820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42EAD87-7414-2DE6-3D33-E3C4502BE207}"/>
                    </a:ext>
                  </a:extLst>
                </p14:cNvPr>
                <p14:cNvContentPartPr/>
                <p14:nvPr/>
              </p14:nvContentPartPr>
              <p14:xfrm>
                <a:off x="8840137" y="1898013"/>
                <a:ext cx="97920" cy="167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42EAD87-7414-2DE6-3D33-E3C4502BE20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34017" y="1891893"/>
                  <a:ext cx="110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2973F73-43E1-B3DD-D514-A3EB252109EC}"/>
                    </a:ext>
                  </a:extLst>
                </p14:cNvPr>
                <p14:cNvContentPartPr/>
                <p14:nvPr/>
              </p14:nvContentPartPr>
              <p14:xfrm>
                <a:off x="9006097" y="2029053"/>
                <a:ext cx="77400" cy="6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2973F73-43E1-B3DD-D514-A3EB252109E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99977" y="2022933"/>
                  <a:ext cx="89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1B2D2AE-31BE-1482-C43E-1999F8C13F63}"/>
                    </a:ext>
                  </a:extLst>
                </p14:cNvPr>
                <p14:cNvContentPartPr/>
                <p14:nvPr/>
              </p14:nvContentPartPr>
              <p14:xfrm>
                <a:off x="9124177" y="1991613"/>
                <a:ext cx="10440" cy="91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1B2D2AE-31BE-1482-C43E-1999F8C13F6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18057" y="1985493"/>
                  <a:ext cx="226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E65C65A-C897-6F37-3AC3-9025064E5076}"/>
                    </a:ext>
                  </a:extLst>
                </p14:cNvPr>
                <p14:cNvContentPartPr/>
                <p14:nvPr/>
              </p14:nvContentPartPr>
              <p14:xfrm>
                <a:off x="9074857" y="1886133"/>
                <a:ext cx="360" cy="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E65C65A-C897-6F37-3AC3-9025064E507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68737" y="188001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ADBAF9F-724C-D9E9-C505-EBC3805C8E89}"/>
                    </a:ext>
                  </a:extLst>
                </p14:cNvPr>
                <p14:cNvContentPartPr/>
                <p14:nvPr/>
              </p14:nvContentPartPr>
              <p14:xfrm>
                <a:off x="9163777" y="1952013"/>
                <a:ext cx="91440" cy="91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ADBAF9F-724C-D9E9-C505-EBC3805C8E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57657" y="1945893"/>
                  <a:ext cx="103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2F8B50F-5290-6B06-368E-D66266683EBD}"/>
                    </a:ext>
                  </a:extLst>
                </p14:cNvPr>
                <p14:cNvContentPartPr/>
                <p14:nvPr/>
              </p14:nvContentPartPr>
              <p14:xfrm>
                <a:off x="9271777" y="1956333"/>
                <a:ext cx="23400" cy="208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2F8B50F-5290-6B06-368E-D66266683EB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65657" y="1950213"/>
                  <a:ext cx="35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B04A8F0-C23D-72A3-1697-192B3C54E16F}"/>
                    </a:ext>
                  </a:extLst>
                </p14:cNvPr>
                <p14:cNvContentPartPr/>
                <p14:nvPr/>
              </p14:nvContentPartPr>
              <p14:xfrm>
                <a:off x="9251977" y="1956333"/>
                <a:ext cx="108000" cy="99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B04A8F0-C23D-72A3-1697-192B3C54E16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245857" y="1950213"/>
                  <a:ext cx="120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B89CC23-7A08-53EA-C1E6-152C754FADB5}"/>
                    </a:ext>
                  </a:extLst>
                </p14:cNvPr>
                <p14:cNvContentPartPr/>
                <p14:nvPr/>
              </p14:nvContentPartPr>
              <p14:xfrm>
                <a:off x="9399577" y="1812693"/>
                <a:ext cx="248760" cy="31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B89CC23-7A08-53EA-C1E6-152C754FADB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93457" y="1806573"/>
                  <a:ext cx="261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3A07C48-B04F-546A-5132-5CB8BCCDC419}"/>
                    </a:ext>
                  </a:extLst>
                </p14:cNvPr>
                <p14:cNvContentPartPr/>
                <p14:nvPr/>
              </p14:nvContentPartPr>
              <p14:xfrm>
                <a:off x="9497497" y="1926453"/>
                <a:ext cx="87480" cy="30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3A07C48-B04F-546A-5132-5CB8BCCDC41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91377" y="1920333"/>
                  <a:ext cx="997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49DAA41-C4E0-7E22-6EF8-753175ED5383}"/>
              </a:ext>
            </a:extLst>
          </p:cNvPr>
          <p:cNvGrpSpPr/>
          <p:nvPr/>
        </p:nvGrpSpPr>
        <p:grpSpPr>
          <a:xfrm>
            <a:off x="9950017" y="1923573"/>
            <a:ext cx="610920" cy="240120"/>
            <a:chOff x="9950017" y="1923573"/>
            <a:chExt cx="61092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5EDDCD-7205-2548-619A-BDE23DF1D992}"/>
                    </a:ext>
                  </a:extLst>
                </p14:cNvPr>
                <p14:cNvContentPartPr/>
                <p14:nvPr/>
              </p14:nvContentPartPr>
              <p14:xfrm>
                <a:off x="9950017" y="2018973"/>
                <a:ext cx="272160" cy="135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5EDDCD-7205-2548-619A-BDE23DF1D99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43897" y="2012853"/>
                  <a:ext cx="284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2403CB0-ED29-544E-676E-874410A7A403}"/>
                    </a:ext>
                  </a:extLst>
                </p14:cNvPr>
                <p14:cNvContentPartPr/>
                <p14:nvPr/>
              </p14:nvContentPartPr>
              <p14:xfrm>
                <a:off x="10195897" y="1923573"/>
                <a:ext cx="99720" cy="187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2403CB0-ED29-544E-676E-874410A7A40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89777" y="1917453"/>
                  <a:ext cx="11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5F53949-CEDD-2C2F-6705-73A7ACDAF27D}"/>
                    </a:ext>
                  </a:extLst>
                </p14:cNvPr>
                <p14:cNvContentPartPr/>
                <p14:nvPr/>
              </p14:nvContentPartPr>
              <p14:xfrm>
                <a:off x="10372657" y="1986933"/>
                <a:ext cx="188280" cy="87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5F53949-CEDD-2C2F-6705-73A7ACDAF27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66537" y="1980813"/>
                  <a:ext cx="200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59DCEBD-B429-1821-3E4D-7DF250471FA1}"/>
                    </a:ext>
                  </a:extLst>
                </p14:cNvPr>
                <p14:cNvContentPartPr/>
                <p14:nvPr/>
              </p14:nvContentPartPr>
              <p14:xfrm>
                <a:off x="10419457" y="1963893"/>
                <a:ext cx="101520" cy="19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59DCEBD-B429-1821-3E4D-7DF250471FA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13337" y="1957773"/>
                  <a:ext cx="11376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3F257AB-2F2C-1B99-8C8D-BD3962D89349}"/>
              </a:ext>
            </a:extLst>
          </p:cNvPr>
          <p:cNvGrpSpPr/>
          <p:nvPr/>
        </p:nvGrpSpPr>
        <p:grpSpPr>
          <a:xfrm>
            <a:off x="6260017" y="2356653"/>
            <a:ext cx="1090080" cy="498240"/>
            <a:chOff x="6260017" y="2356653"/>
            <a:chExt cx="10900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284D9A-BC75-1C49-72B5-2F5C0A5E4545}"/>
                    </a:ext>
                  </a:extLst>
                </p14:cNvPr>
                <p14:cNvContentPartPr/>
                <p14:nvPr/>
              </p14:nvContentPartPr>
              <p14:xfrm>
                <a:off x="6260017" y="2356653"/>
                <a:ext cx="132840" cy="208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284D9A-BC75-1C49-72B5-2F5C0A5E45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53897" y="2350533"/>
                  <a:ext cx="145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61E00EC-86EC-BA9C-ACA3-86E0324D8EB3}"/>
                    </a:ext>
                  </a:extLst>
                </p14:cNvPr>
                <p14:cNvContentPartPr/>
                <p14:nvPr/>
              </p14:nvContentPartPr>
              <p14:xfrm>
                <a:off x="6499057" y="2408853"/>
                <a:ext cx="21600" cy="166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61E00EC-86EC-BA9C-ACA3-86E0324D8E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92937" y="2402733"/>
                  <a:ext cx="33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9BBA39B-D9A7-19CA-76A8-7DBFD91BB373}"/>
                    </a:ext>
                  </a:extLst>
                </p14:cNvPr>
                <p14:cNvContentPartPr/>
                <p14:nvPr/>
              </p14:nvContentPartPr>
              <p14:xfrm>
                <a:off x="6656017" y="2397693"/>
                <a:ext cx="247320" cy="169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9BBA39B-D9A7-19CA-76A8-7DBFD91BB37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49897" y="2391573"/>
                  <a:ext cx="259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168B52-729D-FFD0-BB22-DEE280C4A925}"/>
                    </a:ext>
                  </a:extLst>
                </p14:cNvPr>
                <p14:cNvContentPartPr/>
                <p14:nvPr/>
              </p14:nvContentPartPr>
              <p14:xfrm>
                <a:off x="7017817" y="2378973"/>
                <a:ext cx="130680" cy="475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168B52-729D-FFD0-BB22-DEE280C4A92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11697" y="2372853"/>
                  <a:ext cx="1429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514FBE-2BAE-62D3-7E36-41802E29FE2F}"/>
                    </a:ext>
                  </a:extLst>
                </p14:cNvPr>
                <p14:cNvContentPartPr/>
                <p14:nvPr/>
              </p14:nvContentPartPr>
              <p14:xfrm>
                <a:off x="7209697" y="2614773"/>
                <a:ext cx="140400" cy="199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514FBE-2BAE-62D3-7E36-41802E29FE2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03577" y="2608653"/>
                  <a:ext cx="152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6CFB826-1322-63B7-8B95-CAA10DFBAA6C}"/>
                    </a:ext>
                  </a:extLst>
                </p14:cNvPr>
                <p14:cNvContentPartPr/>
                <p14:nvPr/>
              </p14:nvContentPartPr>
              <p14:xfrm>
                <a:off x="7266217" y="2662653"/>
                <a:ext cx="360" cy="2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6CFB826-1322-63B7-8B95-CAA10DFBAA6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60097" y="265653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7BD464C-74F9-A138-3A55-7D8319A8DBED}"/>
              </a:ext>
            </a:extLst>
          </p:cNvPr>
          <p:cNvGrpSpPr/>
          <p:nvPr/>
        </p:nvGrpSpPr>
        <p:grpSpPr>
          <a:xfrm>
            <a:off x="7599937" y="2527653"/>
            <a:ext cx="133560" cy="88200"/>
            <a:chOff x="7599937" y="2527653"/>
            <a:chExt cx="133560" cy="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560BCB4-A9FB-F4CB-2BDF-66466A88D369}"/>
                    </a:ext>
                  </a:extLst>
                </p14:cNvPr>
                <p14:cNvContentPartPr/>
                <p14:nvPr/>
              </p14:nvContentPartPr>
              <p14:xfrm>
                <a:off x="7599937" y="2527653"/>
                <a:ext cx="118800" cy="19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560BCB4-A9FB-F4CB-2BDF-66466A88D36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93817" y="2521533"/>
                  <a:ext cx="131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58CD02B-EA4A-7B7E-CA95-C8ABE3BB1269}"/>
                    </a:ext>
                  </a:extLst>
                </p14:cNvPr>
                <p14:cNvContentPartPr/>
                <p14:nvPr/>
              </p14:nvContentPartPr>
              <p14:xfrm>
                <a:off x="7620097" y="2605413"/>
                <a:ext cx="113400" cy="10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58CD02B-EA4A-7B7E-CA95-C8ABE3BB126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613977" y="2599293"/>
                  <a:ext cx="1256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1920EFE-83B0-AF16-85A9-ECDFB3D01CA7}"/>
              </a:ext>
            </a:extLst>
          </p:cNvPr>
          <p:cNvGrpSpPr/>
          <p:nvPr/>
        </p:nvGrpSpPr>
        <p:grpSpPr>
          <a:xfrm>
            <a:off x="7992337" y="2378973"/>
            <a:ext cx="1243440" cy="314280"/>
            <a:chOff x="7992337" y="2378973"/>
            <a:chExt cx="124344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8D76F4C-CE03-550A-C32F-AB8B01B7571B}"/>
                    </a:ext>
                  </a:extLst>
                </p14:cNvPr>
                <p14:cNvContentPartPr/>
                <p14:nvPr/>
              </p14:nvContentPartPr>
              <p14:xfrm>
                <a:off x="7992337" y="2378973"/>
                <a:ext cx="90000" cy="226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8D76F4C-CE03-550A-C32F-AB8B01B7571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986217" y="2372853"/>
                  <a:ext cx="102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427FBA-2652-C04E-B277-6CF3F2950649}"/>
                    </a:ext>
                  </a:extLst>
                </p14:cNvPr>
                <p14:cNvContentPartPr/>
                <p14:nvPr/>
              </p14:nvContentPartPr>
              <p14:xfrm>
                <a:off x="8163697" y="2399133"/>
                <a:ext cx="191880" cy="218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427FBA-2652-C04E-B277-6CF3F295064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57577" y="2393013"/>
                  <a:ext cx="204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7A09222-C091-8211-34D4-DB08DF11973A}"/>
                    </a:ext>
                  </a:extLst>
                </p14:cNvPr>
                <p14:cNvContentPartPr/>
                <p14:nvPr/>
              </p14:nvContentPartPr>
              <p14:xfrm>
                <a:off x="8278177" y="2571573"/>
                <a:ext cx="30240" cy="121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7A09222-C091-8211-34D4-DB08DF11973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72057" y="2565453"/>
                  <a:ext cx="42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4D100D0-F072-0D09-D4D1-CEAF911F2A68}"/>
                    </a:ext>
                  </a:extLst>
                </p14:cNvPr>
                <p14:cNvContentPartPr/>
                <p14:nvPr/>
              </p14:nvContentPartPr>
              <p14:xfrm>
                <a:off x="8396617" y="2416413"/>
                <a:ext cx="145440" cy="168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4D100D0-F072-0D09-D4D1-CEAF911F2A6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390497" y="2410293"/>
                  <a:ext cx="157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965C1C5-C714-7BF3-932C-1FB928C3EA71}"/>
                    </a:ext>
                  </a:extLst>
                </p14:cNvPr>
                <p14:cNvContentPartPr/>
                <p14:nvPr/>
              </p14:nvContentPartPr>
              <p14:xfrm>
                <a:off x="8592817" y="2434413"/>
                <a:ext cx="119160" cy="193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965C1C5-C714-7BF3-932C-1FB928C3EA7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86697" y="2428293"/>
                  <a:ext cx="131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CBADFE8-CED8-1882-E08A-738953B65F81}"/>
                    </a:ext>
                  </a:extLst>
                </p14:cNvPr>
                <p14:cNvContentPartPr/>
                <p14:nvPr/>
              </p14:nvContentPartPr>
              <p14:xfrm>
                <a:off x="8828617" y="2438733"/>
                <a:ext cx="179640" cy="174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CBADFE8-CED8-1882-E08A-738953B65F8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822497" y="2432613"/>
                  <a:ext cx="191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05E0DFF-90BE-0A62-1210-249E3127CFDF}"/>
                    </a:ext>
                  </a:extLst>
                </p14:cNvPr>
                <p14:cNvContentPartPr/>
                <p14:nvPr/>
              </p14:nvContentPartPr>
              <p14:xfrm>
                <a:off x="9106177" y="2422533"/>
                <a:ext cx="129600" cy="224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05E0DFF-90BE-0A62-1210-249E3127CFD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100057" y="2416413"/>
                  <a:ext cx="14184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4FF931FA-7605-5F36-E497-8CE6020704CD}"/>
                  </a:ext>
                </a:extLst>
              </p14:cNvPr>
              <p14:cNvContentPartPr/>
              <p14:nvPr/>
            </p14:nvContentPartPr>
            <p14:xfrm>
              <a:off x="3421684" y="4252022"/>
              <a:ext cx="360" cy="21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4FF931FA-7605-5F36-E497-8CE6020704CD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415564" y="4245902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5BC068B-F781-041D-7160-6EC690D8089A}"/>
                  </a:ext>
                </a:extLst>
              </p14:cNvPr>
              <p14:cNvContentPartPr/>
              <p14:nvPr/>
            </p14:nvContentPartPr>
            <p14:xfrm>
              <a:off x="5495427" y="3699540"/>
              <a:ext cx="1437120" cy="3200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5BC068B-F781-041D-7160-6EC690D8089A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489307" y="3693060"/>
                <a:ext cx="144936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60FECDF-E4E9-0E8A-F696-C93EA6AA2853}"/>
                  </a:ext>
                </a:extLst>
              </p14:cNvPr>
              <p14:cNvContentPartPr/>
              <p14:nvPr/>
            </p14:nvContentPartPr>
            <p14:xfrm>
              <a:off x="5513787" y="4280220"/>
              <a:ext cx="360" cy="2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60FECDF-E4E9-0E8A-F696-C93EA6AA2853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507667" y="427410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98C8D02-1833-1CB8-E974-DE8A42DBE059}"/>
              </a:ext>
            </a:extLst>
          </p:cNvPr>
          <p:cNvGrpSpPr/>
          <p:nvPr/>
        </p:nvGrpSpPr>
        <p:grpSpPr>
          <a:xfrm>
            <a:off x="5237307" y="3455820"/>
            <a:ext cx="1877760" cy="1702440"/>
            <a:chOff x="3941617" y="2683893"/>
            <a:chExt cx="1877760" cy="170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53E1927-3767-F60B-C7A3-193840EF12F7}"/>
                    </a:ext>
                  </a:extLst>
                </p14:cNvPr>
                <p14:cNvContentPartPr/>
                <p14:nvPr/>
              </p14:nvContentPartPr>
              <p14:xfrm>
                <a:off x="4208017" y="3185373"/>
                <a:ext cx="695160" cy="1168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53E1927-3767-F60B-C7A3-193840EF12F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01897" y="3179253"/>
                  <a:ext cx="707400" cy="11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1649809-913D-15CB-4C7D-36947E95F6BB}"/>
                    </a:ext>
                  </a:extLst>
                </p14:cNvPr>
                <p14:cNvContentPartPr/>
                <p14:nvPr/>
              </p14:nvContentPartPr>
              <p14:xfrm>
                <a:off x="4784377" y="3214893"/>
                <a:ext cx="958680" cy="1171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1649809-913D-15CB-4C7D-36947E95F6B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78257" y="3208773"/>
                  <a:ext cx="970920" cy="11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29CCB4-1502-CCF9-12D5-BE70C080E88B}"/>
                    </a:ext>
                  </a:extLst>
                </p14:cNvPr>
                <p14:cNvContentPartPr/>
                <p14:nvPr/>
              </p14:nvContentPartPr>
              <p14:xfrm>
                <a:off x="4227817" y="3421893"/>
                <a:ext cx="1591560" cy="98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29CCB4-1502-CCF9-12D5-BE70C080E88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21697" y="3415773"/>
                  <a:ext cx="1603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520E365-7505-97FF-F4D7-081BB52A461F}"/>
                    </a:ext>
                  </a:extLst>
                </p14:cNvPr>
                <p14:cNvContentPartPr/>
                <p14:nvPr/>
              </p14:nvContentPartPr>
              <p14:xfrm>
                <a:off x="4565857" y="3568773"/>
                <a:ext cx="6480" cy="10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520E365-7505-97FF-F4D7-081BB52A461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59737" y="3562653"/>
                  <a:ext cx="18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348E6EE-6963-755B-89E4-5925F888FFBC}"/>
                    </a:ext>
                  </a:extLst>
                </p14:cNvPr>
                <p14:cNvContentPartPr/>
                <p14:nvPr/>
              </p14:nvContentPartPr>
              <p14:xfrm>
                <a:off x="4552537" y="3677133"/>
                <a:ext cx="360" cy="2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348E6EE-6963-755B-89E4-5925F888FFB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46417" y="367101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FE101C2-C481-54ED-772B-97333E27F308}"/>
                    </a:ext>
                  </a:extLst>
                </p14:cNvPr>
                <p14:cNvContentPartPr/>
                <p14:nvPr/>
              </p14:nvContentPartPr>
              <p14:xfrm>
                <a:off x="4562257" y="3775413"/>
                <a:ext cx="6480" cy="10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FE101C2-C481-54ED-772B-97333E27F30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556137" y="3769293"/>
                  <a:ext cx="18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11B8E1E-21BB-0FD1-DAC6-86FE89FF17E3}"/>
                    </a:ext>
                  </a:extLst>
                </p14:cNvPr>
                <p14:cNvContentPartPr/>
                <p14:nvPr/>
              </p14:nvContentPartPr>
              <p14:xfrm>
                <a:off x="4571977" y="3863613"/>
                <a:ext cx="360" cy="21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11B8E1E-21BB-0FD1-DAC6-86FE89FF17E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85749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595A655-F716-83EF-AF1D-FFC9758BCDE9}"/>
                    </a:ext>
                  </a:extLst>
                </p14:cNvPr>
                <p14:cNvContentPartPr/>
                <p14:nvPr/>
              </p14:nvContentPartPr>
              <p14:xfrm>
                <a:off x="4571977" y="3893493"/>
                <a:ext cx="360" cy="10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595A655-F716-83EF-AF1D-FFC9758BCD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65857" y="3887373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B9F6A41-8387-B639-D41F-7AF0BBC8CA7E}"/>
                    </a:ext>
                  </a:extLst>
                </p14:cNvPr>
                <p14:cNvContentPartPr/>
                <p14:nvPr/>
              </p14:nvContentPartPr>
              <p14:xfrm>
                <a:off x="4571977" y="3933093"/>
                <a:ext cx="360" cy="2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B9F6A41-8387-B639-D41F-7AF0BBC8CA7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92697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6A97FA3-74E5-B56A-8331-D85CCDE46164}"/>
                    </a:ext>
                  </a:extLst>
                </p14:cNvPr>
                <p14:cNvContentPartPr/>
                <p14:nvPr/>
              </p14:nvContentPartPr>
              <p14:xfrm>
                <a:off x="4571977" y="3942813"/>
                <a:ext cx="360" cy="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6A97FA3-74E5-B56A-8331-D85CCDE4616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9366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28DE6BE-0BF1-085A-926B-1DF3DF1B4BD5}"/>
                    </a:ext>
                  </a:extLst>
                </p14:cNvPr>
                <p14:cNvContentPartPr/>
                <p14:nvPr/>
              </p14:nvContentPartPr>
              <p14:xfrm>
                <a:off x="4581697" y="3991773"/>
                <a:ext cx="10080" cy="16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28DE6BE-0BF1-085A-926B-1DF3DF1B4BD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75577" y="3985653"/>
                  <a:ext cx="22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E96343E-19E6-AE24-5E2A-6B3F499D52C3}"/>
                    </a:ext>
                  </a:extLst>
                </p14:cNvPr>
                <p14:cNvContentPartPr/>
                <p14:nvPr/>
              </p14:nvContentPartPr>
              <p14:xfrm>
                <a:off x="4276777" y="4118133"/>
                <a:ext cx="1445400" cy="51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E96343E-19E6-AE24-5E2A-6B3F499D52C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0657" y="4112013"/>
                  <a:ext cx="1457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33C715A-B6FC-D806-4546-6104C92823CE}"/>
                    </a:ext>
                  </a:extLst>
                </p14:cNvPr>
                <p14:cNvContentPartPr/>
                <p14:nvPr/>
              </p14:nvContentPartPr>
              <p14:xfrm>
                <a:off x="4060417" y="2957133"/>
                <a:ext cx="360" cy="129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33C715A-B6FC-D806-4546-6104C92823C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54297" y="2951013"/>
                  <a:ext cx="12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3E0AD5-DF46-8E68-00C0-2FC5673FAF9B}"/>
                    </a:ext>
                  </a:extLst>
                </p14:cNvPr>
                <p14:cNvContentPartPr/>
                <p14:nvPr/>
              </p14:nvContentPartPr>
              <p14:xfrm>
                <a:off x="4056457" y="3325053"/>
                <a:ext cx="63000" cy="148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3E0AD5-DF46-8E68-00C0-2FC5673FAF9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50337" y="3318933"/>
                  <a:ext cx="75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87EFA35-0C38-5499-1821-56802FAE7861}"/>
                    </a:ext>
                  </a:extLst>
                </p14:cNvPr>
                <p14:cNvContentPartPr/>
                <p14:nvPr/>
              </p14:nvContentPartPr>
              <p14:xfrm>
                <a:off x="3941617" y="4198053"/>
                <a:ext cx="112680" cy="1670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87EFA35-0C38-5499-1821-56802FAE786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35497" y="4191933"/>
                  <a:ext cx="124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B2094FB-2679-1BE8-2554-099A7F983708}"/>
                    </a:ext>
                  </a:extLst>
                </p14:cNvPr>
                <p14:cNvContentPartPr/>
                <p14:nvPr/>
              </p14:nvContentPartPr>
              <p14:xfrm>
                <a:off x="4070137" y="4198053"/>
                <a:ext cx="97560" cy="90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B2094FB-2679-1BE8-2554-099A7F98370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64017" y="4191933"/>
                  <a:ext cx="109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1E9FD90-1EDB-FABE-AB72-CD825816378E}"/>
                    </a:ext>
                  </a:extLst>
                </p14:cNvPr>
                <p14:cNvContentPartPr/>
                <p14:nvPr/>
              </p14:nvContentPartPr>
              <p14:xfrm>
                <a:off x="4129177" y="4235493"/>
                <a:ext cx="19800" cy="119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1E9FD90-1EDB-FABE-AB72-CD825816378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23057" y="4229373"/>
                  <a:ext cx="32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2AFC69B-1317-F52C-077C-54D969CD8D14}"/>
                    </a:ext>
                  </a:extLst>
                </p14:cNvPr>
                <p14:cNvContentPartPr/>
                <p14:nvPr/>
              </p14:nvContentPartPr>
              <p14:xfrm>
                <a:off x="4452817" y="2900253"/>
                <a:ext cx="51120" cy="13384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2AFC69B-1317-F52C-077C-54D969CD8D1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46697" y="2894133"/>
                  <a:ext cx="6336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4ADBC8A-981F-DD5B-441E-481C568B7827}"/>
                    </a:ext>
                  </a:extLst>
                </p14:cNvPr>
                <p14:cNvContentPartPr/>
                <p14:nvPr/>
              </p14:nvContentPartPr>
              <p14:xfrm>
                <a:off x="4748737" y="2938053"/>
                <a:ext cx="90000" cy="1406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4ADBC8A-981F-DD5B-441E-481C568B782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42617" y="2931933"/>
                  <a:ext cx="102240" cy="14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B3CFDDA-604A-4E2A-9E06-0DD718287970}"/>
                    </a:ext>
                  </a:extLst>
                </p14:cNvPr>
                <p14:cNvContentPartPr/>
                <p14:nvPr/>
              </p14:nvContentPartPr>
              <p14:xfrm>
                <a:off x="5025577" y="2959293"/>
                <a:ext cx="73800" cy="1375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B3CFDDA-604A-4E2A-9E06-0DD7182879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19457" y="2953173"/>
                  <a:ext cx="86040" cy="13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B255995-5B7A-B074-0D56-BC7B22B9D0F1}"/>
                    </a:ext>
                  </a:extLst>
                </p14:cNvPr>
                <p14:cNvContentPartPr/>
                <p14:nvPr/>
              </p14:nvContentPartPr>
              <p14:xfrm>
                <a:off x="5142217" y="3876213"/>
                <a:ext cx="19080" cy="17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B255995-5B7A-B074-0D56-BC7B22B9D0F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36097" y="3870093"/>
                  <a:ext cx="3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2842F8F-0AFD-2E49-3325-2548D3DEA7EC}"/>
                    </a:ext>
                  </a:extLst>
                </p14:cNvPr>
                <p14:cNvContentPartPr/>
                <p14:nvPr/>
              </p14:nvContentPartPr>
              <p14:xfrm>
                <a:off x="5279737" y="3844173"/>
                <a:ext cx="360" cy="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2842F8F-0AFD-2E49-3325-2548D3DEA7E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3617" y="38380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3C80555-047F-7398-574B-7E612705778E}"/>
                    </a:ext>
                  </a:extLst>
                </p14:cNvPr>
                <p14:cNvContentPartPr/>
                <p14:nvPr/>
              </p14:nvContentPartPr>
              <p14:xfrm>
                <a:off x="5388097" y="3834453"/>
                <a:ext cx="2160" cy="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3C80555-047F-7398-574B-7E612705778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381977" y="382833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3A3ECBB-BCB5-DCFF-ACEE-729FDA261492}"/>
                    </a:ext>
                  </a:extLst>
                </p14:cNvPr>
                <p14:cNvContentPartPr/>
                <p14:nvPr/>
              </p14:nvContentPartPr>
              <p14:xfrm>
                <a:off x="5367937" y="2959293"/>
                <a:ext cx="90360" cy="13953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3A3ECBB-BCB5-DCFF-ACEE-729FDA26149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1817" y="2953173"/>
                  <a:ext cx="102600" cy="14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5DF8A52-1F44-CD0B-00AD-341F1EF6C481}"/>
                    </a:ext>
                  </a:extLst>
                </p14:cNvPr>
                <p14:cNvContentPartPr/>
                <p14:nvPr/>
              </p14:nvContentPartPr>
              <p14:xfrm>
                <a:off x="4276777" y="2742933"/>
                <a:ext cx="62640" cy="117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5DF8A52-1F44-CD0B-00AD-341F1EF6C48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70657" y="2736813"/>
                  <a:ext cx="74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8207314-180F-E5C1-A053-01A1A98DEBA5}"/>
                    </a:ext>
                  </a:extLst>
                </p14:cNvPr>
                <p14:cNvContentPartPr/>
                <p14:nvPr/>
              </p14:nvContentPartPr>
              <p14:xfrm>
                <a:off x="5289457" y="2722773"/>
                <a:ext cx="120960" cy="127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8207314-180F-E5C1-A053-01A1A98DEBA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83337" y="2716653"/>
                  <a:ext cx="133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9694B4C-38E2-092C-1012-D5BF927BA480}"/>
                    </a:ext>
                  </a:extLst>
                </p14:cNvPr>
                <p14:cNvContentPartPr/>
                <p14:nvPr/>
              </p14:nvContentPartPr>
              <p14:xfrm>
                <a:off x="5378377" y="2781453"/>
                <a:ext cx="77400" cy="20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9694B4C-38E2-092C-1012-D5BF927BA48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72257" y="2775333"/>
                  <a:ext cx="89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D91097E-552A-2629-519E-34278FC1514D}"/>
                    </a:ext>
                  </a:extLst>
                </p14:cNvPr>
                <p14:cNvContentPartPr/>
                <p14:nvPr/>
              </p14:nvContentPartPr>
              <p14:xfrm>
                <a:off x="5548657" y="2683893"/>
                <a:ext cx="103680" cy="101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D91097E-552A-2629-519E-34278FC1514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42537" y="2677773"/>
                  <a:ext cx="115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BC3E82F-BF9E-320C-38F9-AA211BDAD80E}"/>
                    </a:ext>
                  </a:extLst>
                </p14:cNvPr>
                <p14:cNvContentPartPr/>
                <p14:nvPr/>
              </p14:nvContentPartPr>
              <p14:xfrm>
                <a:off x="5613817" y="2703693"/>
                <a:ext cx="10440" cy="2275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BC3E82F-BF9E-320C-38F9-AA211BDAD80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07697" y="2697573"/>
                  <a:ext cx="22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A884218-CC9E-F3E9-34BB-FC6553CA97B7}"/>
                    </a:ext>
                  </a:extLst>
                </p14:cNvPr>
                <p14:cNvContentPartPr/>
                <p14:nvPr/>
              </p14:nvContentPartPr>
              <p14:xfrm>
                <a:off x="4545337" y="2723493"/>
                <a:ext cx="143640" cy="140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A884218-CC9E-F3E9-34BB-FC6553CA97B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39217" y="2717373"/>
                  <a:ext cx="155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D79E12D-7BCE-BE64-B961-F66FA9590DF9}"/>
                    </a:ext>
                  </a:extLst>
                </p14:cNvPr>
                <p14:cNvContentPartPr/>
                <p14:nvPr/>
              </p14:nvContentPartPr>
              <p14:xfrm>
                <a:off x="4788337" y="2812053"/>
                <a:ext cx="360" cy="3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D79E12D-7BCE-BE64-B961-F66FA9590DF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82217" y="2805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59B2907-134A-4F79-432F-4491559AFB57}"/>
                    </a:ext>
                  </a:extLst>
                </p14:cNvPr>
                <p14:cNvContentPartPr/>
                <p14:nvPr/>
              </p14:nvContentPartPr>
              <p14:xfrm>
                <a:off x="4876537" y="2801973"/>
                <a:ext cx="169920" cy="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59B2907-134A-4F79-432F-4491559AFB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70417" y="2795853"/>
                  <a:ext cx="182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CABF429-752C-D4C4-8412-8345D6E99DB0}"/>
                    </a:ext>
                  </a:extLst>
                </p14:cNvPr>
                <p14:cNvContentPartPr/>
                <p14:nvPr/>
              </p14:nvContentPartPr>
              <p14:xfrm>
                <a:off x="5073097" y="2801973"/>
                <a:ext cx="360" cy="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CABF429-752C-D4C4-8412-8345D6E99DB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66977" y="2795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A39CBC3-1B3A-56A3-00A5-A26879A60A66}"/>
                    </a:ext>
                  </a:extLst>
                </p14:cNvPr>
                <p14:cNvContentPartPr/>
                <p14:nvPr/>
              </p14:nvContentPartPr>
              <p14:xfrm>
                <a:off x="5132137" y="2801973"/>
                <a:ext cx="2160" cy="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A39CBC3-1B3A-56A3-00A5-A26879A60A6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26017" y="279585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AA3D1B6-2C19-2AB5-4256-AA47332D7CA9}"/>
                    </a:ext>
                  </a:extLst>
                </p14:cNvPr>
                <p14:cNvContentPartPr/>
                <p14:nvPr/>
              </p14:nvContentPartPr>
              <p14:xfrm>
                <a:off x="5181457" y="2801973"/>
                <a:ext cx="360" cy="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AA3D1B6-2C19-2AB5-4256-AA47332D7CA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75337" y="2795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4CD7F97-8B04-7EA3-7484-CD80E112185C}"/>
                    </a:ext>
                  </a:extLst>
                </p14:cNvPr>
                <p14:cNvContentPartPr/>
                <p14:nvPr/>
              </p14:nvContentPartPr>
              <p14:xfrm>
                <a:off x="5201257" y="2801973"/>
                <a:ext cx="18000" cy="3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4CD7F97-8B04-7EA3-7484-CD80E112185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95137" y="2795853"/>
                  <a:ext cx="302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5451DAC0-DC89-FD45-CD13-51F20EB39380}"/>
                  </a:ext>
                </a:extLst>
              </p14:cNvPr>
              <p14:cNvContentPartPr/>
              <p14:nvPr/>
            </p14:nvContentPartPr>
            <p14:xfrm>
              <a:off x="3555724" y="3823742"/>
              <a:ext cx="1437120" cy="3200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5451DAC0-DC89-FD45-CD13-51F20EB39380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549604" y="3817262"/>
                <a:ext cx="144936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D59DCFE4-5C8B-6212-EB2D-50A52D86387E}"/>
                  </a:ext>
                </a:extLst>
              </p14:cNvPr>
              <p14:cNvContentPartPr/>
              <p14:nvPr/>
            </p14:nvContentPartPr>
            <p14:xfrm>
              <a:off x="3574084" y="4404422"/>
              <a:ext cx="360" cy="21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D59DCFE4-5C8B-6212-EB2D-50A52D86387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567964" y="4398302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0FD81715-2A9D-D5C8-2726-C8FB261F8AA8}"/>
              </a:ext>
            </a:extLst>
          </p:cNvPr>
          <p:cNvGrpSpPr/>
          <p:nvPr/>
        </p:nvGrpSpPr>
        <p:grpSpPr>
          <a:xfrm>
            <a:off x="3297604" y="3580022"/>
            <a:ext cx="1877760" cy="1702440"/>
            <a:chOff x="3941617" y="2683893"/>
            <a:chExt cx="1877760" cy="170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9AD735D-87CB-C337-BA33-8DA0E950B763}"/>
                    </a:ext>
                  </a:extLst>
                </p14:cNvPr>
                <p14:cNvContentPartPr/>
                <p14:nvPr/>
              </p14:nvContentPartPr>
              <p14:xfrm>
                <a:off x="4208017" y="3185373"/>
                <a:ext cx="695160" cy="1168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9AD735D-87CB-C337-BA33-8DA0E950B76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01897" y="3179253"/>
                  <a:ext cx="707400" cy="11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7B9E1CF-8B83-2E20-E63B-A269BD76D01C}"/>
                    </a:ext>
                  </a:extLst>
                </p14:cNvPr>
                <p14:cNvContentPartPr/>
                <p14:nvPr/>
              </p14:nvContentPartPr>
              <p14:xfrm>
                <a:off x="4784377" y="3214893"/>
                <a:ext cx="958680" cy="11714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7B9E1CF-8B83-2E20-E63B-A269BD76D0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78257" y="3208773"/>
                  <a:ext cx="970920" cy="11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08B6F88-0F00-3638-3798-2B93A657E297}"/>
                    </a:ext>
                  </a:extLst>
                </p14:cNvPr>
                <p14:cNvContentPartPr/>
                <p14:nvPr/>
              </p14:nvContentPartPr>
              <p14:xfrm>
                <a:off x="4227817" y="3421893"/>
                <a:ext cx="1591560" cy="98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08B6F88-0F00-3638-3798-2B93A657E29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21697" y="3415773"/>
                  <a:ext cx="1603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7031E5C-E4B4-D0AC-E5BF-08EB383E03E7}"/>
                    </a:ext>
                  </a:extLst>
                </p14:cNvPr>
                <p14:cNvContentPartPr/>
                <p14:nvPr/>
              </p14:nvContentPartPr>
              <p14:xfrm>
                <a:off x="4565857" y="3568773"/>
                <a:ext cx="6480" cy="104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7031E5C-E4B4-D0AC-E5BF-08EB383E03E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59737" y="3562653"/>
                  <a:ext cx="18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800D199-F540-780E-78D0-D75AA45ADF1F}"/>
                    </a:ext>
                  </a:extLst>
                </p14:cNvPr>
                <p14:cNvContentPartPr/>
                <p14:nvPr/>
              </p14:nvContentPartPr>
              <p14:xfrm>
                <a:off x="4552537" y="3677133"/>
                <a:ext cx="360" cy="21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800D199-F540-780E-78D0-D75AA45ADF1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46417" y="367101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CD47097-3C3C-9A94-F579-D1115A0857BE}"/>
                    </a:ext>
                  </a:extLst>
                </p14:cNvPr>
                <p14:cNvContentPartPr/>
                <p14:nvPr/>
              </p14:nvContentPartPr>
              <p14:xfrm>
                <a:off x="4562257" y="3775413"/>
                <a:ext cx="6480" cy="10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CD47097-3C3C-9A94-F579-D1115A0857B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556137" y="3769293"/>
                  <a:ext cx="18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DDDD677-C099-E2D4-D247-4318F3829843}"/>
                    </a:ext>
                  </a:extLst>
                </p14:cNvPr>
                <p14:cNvContentPartPr/>
                <p14:nvPr/>
              </p14:nvContentPartPr>
              <p14:xfrm>
                <a:off x="4571977" y="3863613"/>
                <a:ext cx="360" cy="2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DDDD677-C099-E2D4-D247-4318F382984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85749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73B0CB8-46FB-6EF1-F71E-4DCFEEE426B5}"/>
                    </a:ext>
                  </a:extLst>
                </p14:cNvPr>
                <p14:cNvContentPartPr/>
                <p14:nvPr/>
              </p14:nvContentPartPr>
              <p14:xfrm>
                <a:off x="4571977" y="3893493"/>
                <a:ext cx="360" cy="10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73B0CB8-46FB-6EF1-F71E-4DCFEEE426B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65857" y="3887373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3C5B716-0ECD-14AA-F21F-9DB06E6E6280}"/>
                    </a:ext>
                  </a:extLst>
                </p14:cNvPr>
                <p14:cNvContentPartPr/>
                <p14:nvPr/>
              </p14:nvContentPartPr>
              <p14:xfrm>
                <a:off x="4571977" y="3933093"/>
                <a:ext cx="360" cy="2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3C5B716-0ECD-14AA-F21F-9DB06E6E628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92697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D77D961-6B76-3F78-D10C-386F9E7752D8}"/>
                    </a:ext>
                  </a:extLst>
                </p14:cNvPr>
                <p14:cNvContentPartPr/>
                <p14:nvPr/>
              </p14:nvContentPartPr>
              <p14:xfrm>
                <a:off x="4571977" y="3942813"/>
                <a:ext cx="360" cy="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D77D961-6B76-3F78-D10C-386F9E7752D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9366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97AFBF0-F5BE-CFE6-C482-50A737B87A66}"/>
                    </a:ext>
                  </a:extLst>
                </p14:cNvPr>
                <p14:cNvContentPartPr/>
                <p14:nvPr/>
              </p14:nvContentPartPr>
              <p14:xfrm>
                <a:off x="4581697" y="3991773"/>
                <a:ext cx="10080" cy="169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97AFBF0-F5BE-CFE6-C482-50A737B87A6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75577" y="3985653"/>
                  <a:ext cx="22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12536B2-D908-F8BD-84B8-709FABE985B6}"/>
                    </a:ext>
                  </a:extLst>
                </p14:cNvPr>
                <p14:cNvContentPartPr/>
                <p14:nvPr/>
              </p14:nvContentPartPr>
              <p14:xfrm>
                <a:off x="4276777" y="4118133"/>
                <a:ext cx="1445400" cy="514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12536B2-D908-F8BD-84B8-709FABE985B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0657" y="4112013"/>
                  <a:ext cx="1457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C01F837-948B-7CE8-95F6-1FEAD3484880}"/>
                    </a:ext>
                  </a:extLst>
                </p14:cNvPr>
                <p14:cNvContentPartPr/>
                <p14:nvPr/>
              </p14:nvContentPartPr>
              <p14:xfrm>
                <a:off x="4056457" y="3325053"/>
                <a:ext cx="63000" cy="148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C01F837-948B-7CE8-95F6-1FEAD34848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50337" y="3318933"/>
                  <a:ext cx="75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C508E9A-DEE4-228F-B862-8A5A958FF71A}"/>
                    </a:ext>
                  </a:extLst>
                </p14:cNvPr>
                <p14:cNvContentPartPr/>
                <p14:nvPr/>
              </p14:nvContentPartPr>
              <p14:xfrm>
                <a:off x="3941617" y="4198053"/>
                <a:ext cx="112680" cy="167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C508E9A-DEE4-228F-B862-8A5A958FF7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35497" y="4191933"/>
                  <a:ext cx="124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1E5F378-968F-7702-26B4-176323384E0C}"/>
                    </a:ext>
                  </a:extLst>
                </p14:cNvPr>
                <p14:cNvContentPartPr/>
                <p14:nvPr/>
              </p14:nvContentPartPr>
              <p14:xfrm>
                <a:off x="4070137" y="4198053"/>
                <a:ext cx="97560" cy="907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1E5F378-968F-7702-26B4-176323384E0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64017" y="4191933"/>
                  <a:ext cx="109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77E9CDB-A956-E68B-573D-7A8F9D1119ED}"/>
                    </a:ext>
                  </a:extLst>
                </p14:cNvPr>
                <p14:cNvContentPartPr/>
                <p14:nvPr/>
              </p14:nvContentPartPr>
              <p14:xfrm>
                <a:off x="4129177" y="4235493"/>
                <a:ext cx="19800" cy="119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77E9CDB-A956-E68B-573D-7A8F9D1119E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23057" y="4229373"/>
                  <a:ext cx="32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73E77C2-5876-10AC-EA81-387FF7A28322}"/>
                    </a:ext>
                  </a:extLst>
                </p14:cNvPr>
                <p14:cNvContentPartPr/>
                <p14:nvPr/>
              </p14:nvContentPartPr>
              <p14:xfrm>
                <a:off x="4452817" y="2900253"/>
                <a:ext cx="51120" cy="13384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73E77C2-5876-10AC-EA81-387FF7A283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46697" y="2894133"/>
                  <a:ext cx="6336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F3E4349-4E04-8681-DF73-3BEB3CAB79BC}"/>
                    </a:ext>
                  </a:extLst>
                </p14:cNvPr>
                <p14:cNvContentPartPr/>
                <p14:nvPr/>
              </p14:nvContentPartPr>
              <p14:xfrm>
                <a:off x="4748737" y="2938053"/>
                <a:ext cx="90000" cy="14068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F3E4349-4E04-8681-DF73-3BEB3CAB79B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42617" y="2931933"/>
                  <a:ext cx="102240" cy="14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42C13E6-BD8E-1418-8C7A-DA0CE3ABB306}"/>
                    </a:ext>
                  </a:extLst>
                </p14:cNvPr>
                <p14:cNvContentPartPr/>
                <p14:nvPr/>
              </p14:nvContentPartPr>
              <p14:xfrm>
                <a:off x="5025577" y="2959293"/>
                <a:ext cx="73800" cy="1375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42C13E6-BD8E-1418-8C7A-DA0CE3ABB30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19457" y="2953173"/>
                  <a:ext cx="86040" cy="13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D942AB0-D903-3F50-A6D2-1ADECDF049E7}"/>
                    </a:ext>
                  </a:extLst>
                </p14:cNvPr>
                <p14:cNvContentPartPr/>
                <p14:nvPr/>
              </p14:nvContentPartPr>
              <p14:xfrm>
                <a:off x="5142217" y="3876213"/>
                <a:ext cx="19080" cy="17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D942AB0-D903-3F50-A6D2-1ADECDF049E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36097" y="3870093"/>
                  <a:ext cx="3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FC562B5-9B65-FE64-BC31-C1502A71B039}"/>
                    </a:ext>
                  </a:extLst>
                </p14:cNvPr>
                <p14:cNvContentPartPr/>
                <p14:nvPr/>
              </p14:nvContentPartPr>
              <p14:xfrm>
                <a:off x="5279737" y="3844173"/>
                <a:ext cx="360" cy="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FC562B5-9B65-FE64-BC31-C1502A71B03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3617" y="38380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1628B0D-0511-9CF0-13B8-E1B50AC1808E}"/>
                    </a:ext>
                  </a:extLst>
                </p14:cNvPr>
                <p14:cNvContentPartPr/>
                <p14:nvPr/>
              </p14:nvContentPartPr>
              <p14:xfrm>
                <a:off x="5388097" y="3834453"/>
                <a:ext cx="2160" cy="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1628B0D-0511-9CF0-13B8-E1B50AC1808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381977" y="382833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4430393-CC85-8E4A-ADA4-F1DF53E14D46}"/>
                    </a:ext>
                  </a:extLst>
                </p14:cNvPr>
                <p14:cNvContentPartPr/>
                <p14:nvPr/>
              </p14:nvContentPartPr>
              <p14:xfrm>
                <a:off x="5367937" y="2959293"/>
                <a:ext cx="90360" cy="1395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4430393-CC85-8E4A-ADA4-F1DF53E14D4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1817" y="2953173"/>
                  <a:ext cx="102600" cy="14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3F4EC25-5EC8-5DE1-C75B-852BB7670362}"/>
                    </a:ext>
                  </a:extLst>
                </p14:cNvPr>
                <p14:cNvContentPartPr/>
                <p14:nvPr/>
              </p14:nvContentPartPr>
              <p14:xfrm>
                <a:off x="4276777" y="2742933"/>
                <a:ext cx="62640" cy="11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3F4EC25-5EC8-5DE1-C75B-852BB767036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70657" y="2736813"/>
                  <a:ext cx="74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3A16F45-9D77-DDE5-76C1-FEB334B420E4}"/>
                    </a:ext>
                  </a:extLst>
                </p14:cNvPr>
                <p14:cNvContentPartPr/>
                <p14:nvPr/>
              </p14:nvContentPartPr>
              <p14:xfrm>
                <a:off x="5289457" y="2722773"/>
                <a:ext cx="120960" cy="1278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3A16F45-9D77-DDE5-76C1-FEB334B420E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83337" y="2716653"/>
                  <a:ext cx="133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AED6F2A-445D-8102-80B6-9A183FB17048}"/>
                    </a:ext>
                  </a:extLst>
                </p14:cNvPr>
                <p14:cNvContentPartPr/>
                <p14:nvPr/>
              </p14:nvContentPartPr>
              <p14:xfrm>
                <a:off x="5378377" y="2781453"/>
                <a:ext cx="77400" cy="20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AED6F2A-445D-8102-80B6-9A183FB1704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72257" y="2775333"/>
                  <a:ext cx="89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4117FE2-1FD5-1711-6EF1-2909805AC3DC}"/>
                    </a:ext>
                  </a:extLst>
                </p14:cNvPr>
                <p14:cNvContentPartPr/>
                <p14:nvPr/>
              </p14:nvContentPartPr>
              <p14:xfrm>
                <a:off x="5548657" y="2683893"/>
                <a:ext cx="103680" cy="101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4117FE2-1FD5-1711-6EF1-2909805AC3D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42537" y="2677773"/>
                  <a:ext cx="115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9DA5877-6F93-F0F6-C20E-7E503D368797}"/>
                    </a:ext>
                  </a:extLst>
                </p14:cNvPr>
                <p14:cNvContentPartPr/>
                <p14:nvPr/>
              </p14:nvContentPartPr>
              <p14:xfrm>
                <a:off x="5613817" y="2703693"/>
                <a:ext cx="10440" cy="227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9DA5877-6F93-F0F6-C20E-7E503D36879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07697" y="2697573"/>
                  <a:ext cx="22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A4834D3-9A70-C840-6C49-4E8768A890E5}"/>
                    </a:ext>
                  </a:extLst>
                </p14:cNvPr>
                <p14:cNvContentPartPr/>
                <p14:nvPr/>
              </p14:nvContentPartPr>
              <p14:xfrm>
                <a:off x="4545337" y="2723493"/>
                <a:ext cx="143640" cy="1400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A4834D3-9A70-C840-6C49-4E8768A890E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39217" y="2717373"/>
                  <a:ext cx="155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83575D4-C573-CB54-4E36-BAFAF484D539}"/>
                    </a:ext>
                  </a:extLst>
                </p14:cNvPr>
                <p14:cNvContentPartPr/>
                <p14:nvPr/>
              </p14:nvContentPartPr>
              <p14:xfrm>
                <a:off x="4788337" y="2812053"/>
                <a:ext cx="360" cy="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83575D4-C573-CB54-4E36-BAFAF484D53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82217" y="2805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5EFF88A-14BF-DDB8-CDB6-B91AE8EEF715}"/>
                    </a:ext>
                  </a:extLst>
                </p14:cNvPr>
                <p14:cNvContentPartPr/>
                <p14:nvPr/>
              </p14:nvContentPartPr>
              <p14:xfrm>
                <a:off x="4876537" y="2801973"/>
                <a:ext cx="169920" cy="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5EFF88A-14BF-DDB8-CDB6-B91AE8EEF71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70417" y="2795853"/>
                  <a:ext cx="182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16416C7-E3D9-172A-52AE-842CE39E54D2}"/>
                    </a:ext>
                  </a:extLst>
                </p14:cNvPr>
                <p14:cNvContentPartPr/>
                <p14:nvPr/>
              </p14:nvContentPartPr>
              <p14:xfrm>
                <a:off x="5073097" y="2801973"/>
                <a:ext cx="360" cy="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16416C7-E3D9-172A-52AE-842CE39E54D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66977" y="2795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776EA17-C4C7-8F73-636A-74CC74119C73}"/>
                    </a:ext>
                  </a:extLst>
                </p14:cNvPr>
                <p14:cNvContentPartPr/>
                <p14:nvPr/>
              </p14:nvContentPartPr>
              <p14:xfrm>
                <a:off x="5132137" y="2801973"/>
                <a:ext cx="2160" cy="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776EA17-C4C7-8F73-636A-74CC74119C7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26017" y="279585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98FF542-19AD-3D21-17DF-6EC21CBBEA40}"/>
                    </a:ext>
                  </a:extLst>
                </p14:cNvPr>
                <p14:cNvContentPartPr/>
                <p14:nvPr/>
              </p14:nvContentPartPr>
              <p14:xfrm>
                <a:off x="5181457" y="2801973"/>
                <a:ext cx="360" cy="3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98FF542-19AD-3D21-17DF-6EC21CBBEA4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75337" y="2795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7456A8D-8369-197E-92DB-40C86665441F}"/>
                    </a:ext>
                  </a:extLst>
                </p14:cNvPr>
                <p14:cNvContentPartPr/>
                <p14:nvPr/>
              </p14:nvContentPartPr>
              <p14:xfrm>
                <a:off x="5201257" y="2801973"/>
                <a:ext cx="18000" cy="3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7456A8D-8369-197E-92DB-40C86665441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95137" y="2795853"/>
                  <a:ext cx="302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C5BEB99A-5FDF-40FB-40A4-E79D22955FF3}"/>
              </a:ext>
            </a:extLst>
          </p:cNvPr>
          <p:cNvGrpSpPr/>
          <p:nvPr/>
        </p:nvGrpSpPr>
        <p:grpSpPr>
          <a:xfrm>
            <a:off x="7305004" y="4519440"/>
            <a:ext cx="1731240" cy="78840"/>
            <a:chOff x="7187017" y="4001853"/>
            <a:chExt cx="1731240" cy="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1E323A0-B49A-7052-E797-A04C5179BAF5}"/>
                    </a:ext>
                  </a:extLst>
                </p14:cNvPr>
                <p14:cNvContentPartPr/>
                <p14:nvPr/>
              </p14:nvContentPartPr>
              <p14:xfrm>
                <a:off x="7187017" y="4050813"/>
                <a:ext cx="360" cy="21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1E323A0-B49A-7052-E797-A04C5179BAF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180897" y="404469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5351775-4942-316E-0F30-BF9C210ABB7E}"/>
                    </a:ext>
                  </a:extLst>
                </p14:cNvPr>
                <p14:cNvContentPartPr/>
                <p14:nvPr/>
              </p14:nvContentPartPr>
              <p14:xfrm>
                <a:off x="7364137" y="4076373"/>
                <a:ext cx="2160" cy="43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5351775-4942-316E-0F30-BF9C210ABB7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358017" y="4070253"/>
                  <a:ext cx="144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FC8039E-36DD-CAAB-4399-B4467BE37951}"/>
                    </a:ext>
                  </a:extLst>
                </p14:cNvPr>
                <p14:cNvContentPartPr/>
                <p14:nvPr/>
              </p14:nvContentPartPr>
              <p14:xfrm>
                <a:off x="7541257" y="4003653"/>
                <a:ext cx="10440" cy="79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FC8039E-36DD-CAAB-4399-B4467BE3795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535137" y="3997533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9D37B33-3C63-88EB-79F3-6AC7BC2B4694}"/>
                    </a:ext>
                  </a:extLst>
                </p14:cNvPr>
                <p14:cNvContentPartPr/>
                <p14:nvPr/>
              </p14:nvContentPartPr>
              <p14:xfrm>
                <a:off x="7738177" y="4001853"/>
                <a:ext cx="10080" cy="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9D37B33-3C63-88EB-79F3-6AC7BC2B469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732057" y="3995733"/>
                  <a:ext cx="22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50B4656-89B1-245E-B748-6141A6BA6BD0}"/>
                    </a:ext>
                  </a:extLst>
                </p14:cNvPr>
                <p14:cNvContentPartPr/>
                <p14:nvPr/>
              </p14:nvContentPartPr>
              <p14:xfrm>
                <a:off x="7845817" y="4011573"/>
                <a:ext cx="101880" cy="100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50B4656-89B1-245E-B748-6141A6BA6BD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839697" y="4005453"/>
                  <a:ext cx="114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75C0AD1-FC38-5D08-B722-1BA9BB3A2847}"/>
                    </a:ext>
                  </a:extLst>
                </p14:cNvPr>
                <p14:cNvContentPartPr/>
                <p14:nvPr/>
              </p14:nvContentPartPr>
              <p14:xfrm>
                <a:off x="8121217" y="4021293"/>
                <a:ext cx="10080" cy="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75C0AD1-FC38-5D08-B722-1BA9BB3A284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115097" y="4015173"/>
                  <a:ext cx="22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E8D515A-C7FC-E465-A9E9-96958D0CF05D}"/>
                    </a:ext>
                  </a:extLst>
                </p14:cNvPr>
                <p14:cNvContentPartPr/>
                <p14:nvPr/>
              </p14:nvContentPartPr>
              <p14:xfrm>
                <a:off x="8249017" y="4031013"/>
                <a:ext cx="341640" cy="208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E8D515A-C7FC-E465-A9E9-96958D0CF05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242897" y="4024893"/>
                  <a:ext cx="353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E9D1270-E0A8-8402-4A12-9BA1BD96BE61}"/>
                    </a:ext>
                  </a:extLst>
                </p14:cNvPr>
                <p14:cNvContentPartPr/>
                <p14:nvPr/>
              </p14:nvContentPartPr>
              <p14:xfrm>
                <a:off x="8730697" y="4060533"/>
                <a:ext cx="2160" cy="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E9D1270-E0A8-8402-4A12-9BA1BD96BE6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24577" y="405441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6A5C591-13C0-5268-1292-D9192BD3FA5C}"/>
                    </a:ext>
                  </a:extLst>
                </p14:cNvPr>
                <p14:cNvContentPartPr/>
                <p14:nvPr/>
              </p14:nvContentPartPr>
              <p14:xfrm>
                <a:off x="8868577" y="4060533"/>
                <a:ext cx="360" cy="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6A5C591-13C0-5268-1292-D9192BD3FA5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62457" y="40544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62E626F-FCF8-ACF1-230B-F588A2989031}"/>
                    </a:ext>
                  </a:extLst>
                </p14:cNvPr>
                <p14:cNvContentPartPr/>
                <p14:nvPr/>
              </p14:nvContentPartPr>
              <p14:xfrm>
                <a:off x="8907817" y="4060533"/>
                <a:ext cx="10440" cy="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62E626F-FCF8-ACF1-230B-F588A298903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901697" y="4054413"/>
                  <a:ext cx="226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1437DCD-59E7-9D8C-7F84-3194710869D1}"/>
                  </a:ext>
                </a:extLst>
              </p14:cNvPr>
              <p14:cNvContentPartPr/>
              <p14:nvPr/>
            </p14:nvContentPartPr>
            <p14:xfrm>
              <a:off x="9315259" y="3699540"/>
              <a:ext cx="1437120" cy="32004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1437DCD-59E7-9D8C-7F84-3194710869D1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9309139" y="3693060"/>
                <a:ext cx="144936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7F1CE805-4C4A-F394-2125-F1D9C5074694}"/>
                  </a:ext>
                </a:extLst>
              </p14:cNvPr>
              <p14:cNvContentPartPr/>
              <p14:nvPr/>
            </p14:nvContentPartPr>
            <p14:xfrm>
              <a:off x="9333619" y="4280220"/>
              <a:ext cx="360" cy="216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7F1CE805-4C4A-F394-2125-F1D9C5074694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9327499" y="427410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4C9216A-0CCC-5D19-885A-CDB5164923B2}"/>
              </a:ext>
            </a:extLst>
          </p:cNvPr>
          <p:cNvGrpSpPr/>
          <p:nvPr/>
        </p:nvGrpSpPr>
        <p:grpSpPr>
          <a:xfrm>
            <a:off x="9057139" y="3455820"/>
            <a:ext cx="1877760" cy="1702440"/>
            <a:chOff x="3941617" y="2683893"/>
            <a:chExt cx="1877760" cy="170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355B3703-3829-B737-6683-818FC4AEDD90}"/>
                    </a:ext>
                  </a:extLst>
                </p14:cNvPr>
                <p14:cNvContentPartPr/>
                <p14:nvPr/>
              </p14:nvContentPartPr>
              <p14:xfrm>
                <a:off x="4208017" y="3185373"/>
                <a:ext cx="695160" cy="1168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355B3703-3829-B737-6683-818FC4AEDD9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01897" y="3179253"/>
                  <a:ext cx="707400" cy="11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6942D2C-6C68-F6F6-BE09-91CA73CE7767}"/>
                    </a:ext>
                  </a:extLst>
                </p14:cNvPr>
                <p14:cNvContentPartPr/>
                <p14:nvPr/>
              </p14:nvContentPartPr>
              <p14:xfrm>
                <a:off x="4784377" y="3214893"/>
                <a:ext cx="958680" cy="11714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6942D2C-6C68-F6F6-BE09-91CA73CE776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78257" y="3208773"/>
                  <a:ext cx="970920" cy="11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E9E8428-04B2-E36E-8BA6-61BBBAD35EB9}"/>
                    </a:ext>
                  </a:extLst>
                </p14:cNvPr>
                <p14:cNvContentPartPr/>
                <p14:nvPr/>
              </p14:nvContentPartPr>
              <p14:xfrm>
                <a:off x="4227817" y="3421893"/>
                <a:ext cx="1591560" cy="98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E9E8428-04B2-E36E-8BA6-61BBBAD35EB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21697" y="3415773"/>
                  <a:ext cx="1603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8C0F616-ED8C-10E8-0D3F-A33613B4E72B}"/>
                    </a:ext>
                  </a:extLst>
                </p14:cNvPr>
                <p14:cNvContentPartPr/>
                <p14:nvPr/>
              </p14:nvContentPartPr>
              <p14:xfrm>
                <a:off x="4565857" y="3568773"/>
                <a:ext cx="6480" cy="104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8C0F616-ED8C-10E8-0D3F-A33613B4E72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59737" y="3562653"/>
                  <a:ext cx="18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31BC98C-1E9B-37BC-3572-FC976D06A777}"/>
                    </a:ext>
                  </a:extLst>
                </p14:cNvPr>
                <p14:cNvContentPartPr/>
                <p14:nvPr/>
              </p14:nvContentPartPr>
              <p14:xfrm>
                <a:off x="4552537" y="3677133"/>
                <a:ext cx="360" cy="2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31BC98C-1E9B-37BC-3572-FC976D06A77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46417" y="367101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B2D9A58-8F5B-4C40-F0D8-2CAE78705575}"/>
                    </a:ext>
                  </a:extLst>
                </p14:cNvPr>
                <p14:cNvContentPartPr/>
                <p14:nvPr/>
              </p14:nvContentPartPr>
              <p14:xfrm>
                <a:off x="4562257" y="3775413"/>
                <a:ext cx="6480" cy="100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B2D9A58-8F5B-4C40-F0D8-2CAE7870557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556137" y="3769293"/>
                  <a:ext cx="18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C59565E-0EC7-9499-B9FB-CF6D4FACD496}"/>
                    </a:ext>
                  </a:extLst>
                </p14:cNvPr>
                <p14:cNvContentPartPr/>
                <p14:nvPr/>
              </p14:nvContentPartPr>
              <p14:xfrm>
                <a:off x="4571977" y="3863613"/>
                <a:ext cx="360" cy="21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C59565E-0EC7-9499-B9FB-CF6D4FACD49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85749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A8498D6-86F9-4FE6-748F-028BB21DA688}"/>
                    </a:ext>
                  </a:extLst>
                </p14:cNvPr>
                <p14:cNvContentPartPr/>
                <p14:nvPr/>
              </p14:nvContentPartPr>
              <p14:xfrm>
                <a:off x="4571977" y="3893493"/>
                <a:ext cx="360" cy="100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A8498D6-86F9-4FE6-748F-028BB21DA68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65857" y="3887373"/>
                  <a:ext cx="1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8C0165B-EB47-E388-4726-E357359AEE7F}"/>
                    </a:ext>
                  </a:extLst>
                </p14:cNvPr>
                <p14:cNvContentPartPr/>
                <p14:nvPr/>
              </p14:nvContentPartPr>
              <p14:xfrm>
                <a:off x="4571977" y="3933093"/>
                <a:ext cx="360" cy="21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8C0165B-EB47-E388-4726-E357359AEE7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92697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77A4E61-5822-BEE3-3AC5-BBF1CF8E1B58}"/>
                    </a:ext>
                  </a:extLst>
                </p14:cNvPr>
                <p14:cNvContentPartPr/>
                <p14:nvPr/>
              </p14:nvContentPartPr>
              <p14:xfrm>
                <a:off x="4571977" y="3942813"/>
                <a:ext cx="360" cy="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77A4E61-5822-BEE3-3AC5-BBF1CF8E1B5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65857" y="39366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A83D2EE-D88B-DF98-65E2-C3B182F16ABA}"/>
                    </a:ext>
                  </a:extLst>
                </p14:cNvPr>
                <p14:cNvContentPartPr/>
                <p14:nvPr/>
              </p14:nvContentPartPr>
              <p14:xfrm>
                <a:off x="4581697" y="3991773"/>
                <a:ext cx="10080" cy="16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A83D2EE-D88B-DF98-65E2-C3B182F16AB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75577" y="3985653"/>
                  <a:ext cx="22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D806458-08AB-E692-691D-C69C21FD6762}"/>
                    </a:ext>
                  </a:extLst>
                </p14:cNvPr>
                <p14:cNvContentPartPr/>
                <p14:nvPr/>
              </p14:nvContentPartPr>
              <p14:xfrm>
                <a:off x="4276777" y="4118133"/>
                <a:ext cx="1445400" cy="514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D806458-08AB-E692-691D-C69C21FD676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0657" y="4112013"/>
                  <a:ext cx="1457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518978C-C274-A186-2FBD-0802B5EC6C0B}"/>
                    </a:ext>
                  </a:extLst>
                </p14:cNvPr>
                <p14:cNvContentPartPr/>
                <p14:nvPr/>
              </p14:nvContentPartPr>
              <p14:xfrm>
                <a:off x="4060417" y="2957133"/>
                <a:ext cx="360" cy="1296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518978C-C274-A186-2FBD-0802B5EC6C0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54297" y="2951013"/>
                  <a:ext cx="12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A055318-BD0A-8D12-B2B4-3C1972F4866B}"/>
                    </a:ext>
                  </a:extLst>
                </p14:cNvPr>
                <p14:cNvContentPartPr/>
                <p14:nvPr/>
              </p14:nvContentPartPr>
              <p14:xfrm>
                <a:off x="4056457" y="3325053"/>
                <a:ext cx="63000" cy="1483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A055318-BD0A-8D12-B2B4-3C1972F4866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50337" y="3318933"/>
                  <a:ext cx="75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A6BC80C4-CFED-DC26-3565-31B9D47C238E}"/>
                    </a:ext>
                  </a:extLst>
                </p14:cNvPr>
                <p14:cNvContentPartPr/>
                <p14:nvPr/>
              </p14:nvContentPartPr>
              <p14:xfrm>
                <a:off x="3941617" y="4198053"/>
                <a:ext cx="112680" cy="167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A6BC80C4-CFED-DC26-3565-31B9D47C23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35497" y="4191933"/>
                  <a:ext cx="124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E94D353-1487-DC1C-EEA6-4E87E584B842}"/>
                    </a:ext>
                  </a:extLst>
                </p14:cNvPr>
                <p14:cNvContentPartPr/>
                <p14:nvPr/>
              </p14:nvContentPartPr>
              <p14:xfrm>
                <a:off x="4070137" y="4198053"/>
                <a:ext cx="97560" cy="907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E94D353-1487-DC1C-EEA6-4E87E584B84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64017" y="4191933"/>
                  <a:ext cx="109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AAE66B8-0EC6-67E7-8BD6-9B0E4B28C4D9}"/>
                    </a:ext>
                  </a:extLst>
                </p14:cNvPr>
                <p14:cNvContentPartPr/>
                <p14:nvPr/>
              </p14:nvContentPartPr>
              <p14:xfrm>
                <a:off x="4129177" y="4235493"/>
                <a:ext cx="19800" cy="119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AAE66B8-0EC6-67E7-8BD6-9B0E4B28C4D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23057" y="4229373"/>
                  <a:ext cx="32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DD9BF3B-DD11-EE1D-82D9-A78A2C0FDD95}"/>
                    </a:ext>
                  </a:extLst>
                </p14:cNvPr>
                <p14:cNvContentPartPr/>
                <p14:nvPr/>
              </p14:nvContentPartPr>
              <p14:xfrm>
                <a:off x="4452817" y="2900253"/>
                <a:ext cx="51120" cy="13384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DD9BF3B-DD11-EE1D-82D9-A78A2C0FDD9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46697" y="2894133"/>
                  <a:ext cx="6336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7F1CC97-BE1A-7D19-3692-A409E5DD431C}"/>
                    </a:ext>
                  </a:extLst>
                </p14:cNvPr>
                <p14:cNvContentPartPr/>
                <p14:nvPr/>
              </p14:nvContentPartPr>
              <p14:xfrm>
                <a:off x="4748737" y="2938053"/>
                <a:ext cx="90000" cy="1406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7F1CC97-BE1A-7D19-3692-A409E5DD43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42617" y="2931933"/>
                  <a:ext cx="102240" cy="14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32CC3CC-D2A6-0D88-F477-2628E1D4624E}"/>
                    </a:ext>
                  </a:extLst>
                </p14:cNvPr>
                <p14:cNvContentPartPr/>
                <p14:nvPr/>
              </p14:nvContentPartPr>
              <p14:xfrm>
                <a:off x="5025577" y="2959293"/>
                <a:ext cx="73800" cy="13759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32CC3CC-D2A6-0D88-F477-2628E1D4624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19457" y="2953173"/>
                  <a:ext cx="86040" cy="13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A03FFD6-A32C-0AF4-DA5E-3A0F0075395C}"/>
                    </a:ext>
                  </a:extLst>
                </p14:cNvPr>
                <p14:cNvContentPartPr/>
                <p14:nvPr/>
              </p14:nvContentPartPr>
              <p14:xfrm>
                <a:off x="5142217" y="3876213"/>
                <a:ext cx="19080" cy="176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A03FFD6-A32C-0AF4-DA5E-3A0F0075395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36097" y="3870093"/>
                  <a:ext cx="3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2DED14F-6152-350D-5B3C-3E4445C189FF}"/>
                    </a:ext>
                  </a:extLst>
                </p14:cNvPr>
                <p14:cNvContentPartPr/>
                <p14:nvPr/>
              </p14:nvContentPartPr>
              <p14:xfrm>
                <a:off x="5279737" y="3844173"/>
                <a:ext cx="360" cy="3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2DED14F-6152-350D-5B3C-3E4445C189F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3617" y="38380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8A5173E-CB74-D142-03E4-69DC8D4023B5}"/>
                    </a:ext>
                  </a:extLst>
                </p14:cNvPr>
                <p14:cNvContentPartPr/>
                <p14:nvPr/>
              </p14:nvContentPartPr>
              <p14:xfrm>
                <a:off x="5388097" y="3834453"/>
                <a:ext cx="2160" cy="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8A5173E-CB74-D142-03E4-69DC8D4023B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381977" y="382833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B2F3C1C-3C15-DBA6-F6BF-19E38A4AC7FA}"/>
                    </a:ext>
                  </a:extLst>
                </p14:cNvPr>
                <p14:cNvContentPartPr/>
                <p14:nvPr/>
              </p14:nvContentPartPr>
              <p14:xfrm>
                <a:off x="5367937" y="2959293"/>
                <a:ext cx="90360" cy="1395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B2F3C1C-3C15-DBA6-F6BF-19E38A4AC7F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1817" y="2953173"/>
                  <a:ext cx="102600" cy="14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175A575-775C-90CB-4106-E3CB18E25F61}"/>
                    </a:ext>
                  </a:extLst>
                </p14:cNvPr>
                <p14:cNvContentPartPr/>
                <p14:nvPr/>
              </p14:nvContentPartPr>
              <p14:xfrm>
                <a:off x="4276777" y="2742933"/>
                <a:ext cx="62640" cy="1177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175A575-775C-90CB-4106-E3CB18E25F6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70657" y="2736813"/>
                  <a:ext cx="74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EC1A334-6B62-77E1-5DA5-11902229965F}"/>
                    </a:ext>
                  </a:extLst>
                </p14:cNvPr>
                <p14:cNvContentPartPr/>
                <p14:nvPr/>
              </p14:nvContentPartPr>
              <p14:xfrm>
                <a:off x="5289457" y="2722773"/>
                <a:ext cx="120960" cy="1278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EC1A334-6B62-77E1-5DA5-11902229965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283337" y="2716653"/>
                  <a:ext cx="133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DF55B2A-D240-9426-BA97-024E1D6A8956}"/>
                    </a:ext>
                  </a:extLst>
                </p14:cNvPr>
                <p14:cNvContentPartPr/>
                <p14:nvPr/>
              </p14:nvContentPartPr>
              <p14:xfrm>
                <a:off x="5378377" y="2781453"/>
                <a:ext cx="77400" cy="208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DF55B2A-D240-9426-BA97-024E1D6A895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72257" y="2775333"/>
                  <a:ext cx="89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2B13589-DFFE-54D0-F7FD-B270F485FB9D}"/>
                    </a:ext>
                  </a:extLst>
                </p14:cNvPr>
                <p14:cNvContentPartPr/>
                <p14:nvPr/>
              </p14:nvContentPartPr>
              <p14:xfrm>
                <a:off x="5548657" y="2683893"/>
                <a:ext cx="103680" cy="1011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2B13589-DFFE-54D0-F7FD-B270F485FB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42537" y="2677773"/>
                  <a:ext cx="115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993AE69-1616-02E8-ACE0-D693685B2A80}"/>
                    </a:ext>
                  </a:extLst>
                </p14:cNvPr>
                <p14:cNvContentPartPr/>
                <p14:nvPr/>
              </p14:nvContentPartPr>
              <p14:xfrm>
                <a:off x="5613817" y="2703693"/>
                <a:ext cx="10440" cy="227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993AE69-1616-02E8-ACE0-D693685B2A8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07697" y="2697573"/>
                  <a:ext cx="22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8439E84-6797-E97E-FE73-A6B92178934F}"/>
                    </a:ext>
                  </a:extLst>
                </p14:cNvPr>
                <p14:cNvContentPartPr/>
                <p14:nvPr/>
              </p14:nvContentPartPr>
              <p14:xfrm>
                <a:off x="4545337" y="2723493"/>
                <a:ext cx="143640" cy="140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8439E84-6797-E97E-FE73-A6B92178934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39217" y="2717373"/>
                  <a:ext cx="155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005A212-AFEA-0BC0-E5E0-8C071EAA79ED}"/>
                    </a:ext>
                  </a:extLst>
                </p14:cNvPr>
                <p14:cNvContentPartPr/>
                <p14:nvPr/>
              </p14:nvContentPartPr>
              <p14:xfrm>
                <a:off x="4788337" y="2812053"/>
                <a:ext cx="360" cy="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005A212-AFEA-0BC0-E5E0-8C071EAA79E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82217" y="2805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7CE0DE4-497C-3298-BA8F-E5F857A2BC65}"/>
                    </a:ext>
                  </a:extLst>
                </p14:cNvPr>
                <p14:cNvContentPartPr/>
                <p14:nvPr/>
              </p14:nvContentPartPr>
              <p14:xfrm>
                <a:off x="4876537" y="2801973"/>
                <a:ext cx="169920" cy="3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7CE0DE4-497C-3298-BA8F-E5F857A2BC6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70417" y="2795853"/>
                  <a:ext cx="182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06A7B48-1E32-A1D2-FF29-44905D66B6D9}"/>
                    </a:ext>
                  </a:extLst>
                </p14:cNvPr>
                <p14:cNvContentPartPr/>
                <p14:nvPr/>
              </p14:nvContentPartPr>
              <p14:xfrm>
                <a:off x="5073097" y="2801973"/>
                <a:ext cx="360" cy="3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06A7B48-1E32-A1D2-FF29-44905D66B6D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66977" y="2795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836255D-45CB-0CD7-E3DE-6CA6070C2E1A}"/>
                    </a:ext>
                  </a:extLst>
                </p14:cNvPr>
                <p14:cNvContentPartPr/>
                <p14:nvPr/>
              </p14:nvContentPartPr>
              <p14:xfrm>
                <a:off x="5132137" y="2801973"/>
                <a:ext cx="2160" cy="3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836255D-45CB-0CD7-E3DE-6CA6070C2E1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26017" y="279585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989E70E-58A2-658D-F4F1-9BEC7A0E79FE}"/>
                    </a:ext>
                  </a:extLst>
                </p14:cNvPr>
                <p14:cNvContentPartPr/>
                <p14:nvPr/>
              </p14:nvContentPartPr>
              <p14:xfrm>
                <a:off x="5181457" y="2801973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989E70E-58A2-658D-F4F1-9BEC7A0E79F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175337" y="2795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C622020-BCA0-806D-2A40-D9FDD46604D2}"/>
                    </a:ext>
                  </a:extLst>
                </p14:cNvPr>
                <p14:cNvContentPartPr/>
                <p14:nvPr/>
              </p14:nvContentPartPr>
              <p14:xfrm>
                <a:off x="5201257" y="2801973"/>
                <a:ext cx="18000" cy="3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C622020-BCA0-806D-2A40-D9FDD46604D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95137" y="2795853"/>
                  <a:ext cx="302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5C69FEE3-D390-352A-8AF2-4F7D4041813F}"/>
                  </a:ext>
                </a:extLst>
              </p14:cNvPr>
              <p14:cNvContentPartPr/>
              <p14:nvPr/>
            </p14:nvContentPartPr>
            <p14:xfrm>
              <a:off x="3480817" y="3205893"/>
              <a:ext cx="1354680" cy="33372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5C69FEE3-D390-352A-8AF2-4F7D4041813F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474697" y="3199773"/>
                <a:ext cx="13669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CD9FA47C-5F63-0222-D340-582CEBC64467}"/>
                  </a:ext>
                </a:extLst>
              </p14:cNvPr>
              <p14:cNvContentPartPr/>
              <p14:nvPr/>
            </p14:nvContentPartPr>
            <p14:xfrm>
              <a:off x="5426977" y="3125973"/>
              <a:ext cx="1286280" cy="27648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CD9FA47C-5F63-0222-D340-582CEBC6446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5420857" y="3119853"/>
                <a:ext cx="129852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" name="Group 367">
            <a:extLst>
              <a:ext uri="{FF2B5EF4-FFF2-40B4-BE49-F238E27FC236}">
                <a16:creationId xmlns:a16="http://schemas.microsoft.com/office/drawing/2014/main" id="{E4BC269D-A198-B05A-F1FF-A13977CC56D3}"/>
              </a:ext>
            </a:extLst>
          </p:cNvPr>
          <p:cNvGrpSpPr/>
          <p:nvPr/>
        </p:nvGrpSpPr>
        <p:grpSpPr>
          <a:xfrm>
            <a:off x="7266217" y="3343053"/>
            <a:ext cx="312840" cy="39600"/>
            <a:chOff x="7266217" y="3343053"/>
            <a:chExt cx="312840" cy="3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08600B87-46CB-888B-F5B3-E8852E56FC90}"/>
                    </a:ext>
                  </a:extLst>
                </p14:cNvPr>
                <p14:cNvContentPartPr/>
                <p14:nvPr/>
              </p14:nvContentPartPr>
              <p14:xfrm>
                <a:off x="7266217" y="3372573"/>
                <a:ext cx="26640" cy="100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08600B87-46CB-888B-F5B3-E8852E56FC9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260097" y="3366453"/>
                  <a:ext cx="3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2474B6C-1CC3-F909-0BE1-06FFEF62D54C}"/>
                    </a:ext>
                  </a:extLst>
                </p14:cNvPr>
                <p14:cNvContentPartPr/>
                <p14:nvPr/>
              </p14:nvContentPartPr>
              <p14:xfrm>
                <a:off x="7472497" y="3343053"/>
                <a:ext cx="106560" cy="14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2474B6C-1CC3-F909-0BE1-06FFEF62D54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466377" y="3336933"/>
                  <a:ext cx="1188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040EF665-27B1-7EDF-0E7C-E778AB9E71EC}"/>
              </a:ext>
            </a:extLst>
          </p:cNvPr>
          <p:cNvGrpSpPr/>
          <p:nvPr/>
        </p:nvGrpSpPr>
        <p:grpSpPr>
          <a:xfrm>
            <a:off x="8062177" y="3402093"/>
            <a:ext cx="381240" cy="10080"/>
            <a:chOff x="8062177" y="3402093"/>
            <a:chExt cx="381240" cy="1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AD4F6AE-7EDF-A51C-9CB8-6F5936771940}"/>
                    </a:ext>
                  </a:extLst>
                </p14:cNvPr>
                <p14:cNvContentPartPr/>
                <p14:nvPr/>
              </p14:nvContentPartPr>
              <p14:xfrm>
                <a:off x="8062177" y="3411813"/>
                <a:ext cx="236520" cy="3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AD4F6AE-7EDF-A51C-9CB8-6F593677194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056057" y="3405693"/>
                  <a:ext cx="248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89F82A1-B406-B578-D078-472959AA268A}"/>
                    </a:ext>
                  </a:extLst>
                </p14:cNvPr>
                <p14:cNvContentPartPr/>
                <p14:nvPr/>
              </p14:nvContentPartPr>
              <p14:xfrm>
                <a:off x="8396617" y="3402093"/>
                <a:ext cx="46800" cy="3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89F82A1-B406-B578-D078-472959AA268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390497" y="3395973"/>
                  <a:ext cx="590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00F7466A-CB14-D06C-727D-152CF6E01C9F}"/>
                  </a:ext>
                </a:extLst>
              </p14:cNvPr>
              <p14:cNvContentPartPr/>
              <p14:nvPr/>
            </p14:nvContentPartPr>
            <p14:xfrm>
              <a:off x="9045697" y="3123813"/>
              <a:ext cx="1954080" cy="29520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00F7466A-CB14-D06C-727D-152CF6E01C9F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9039577" y="3117693"/>
                <a:ext cx="1966320" cy="30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2" name="Group 371">
            <a:extLst>
              <a:ext uri="{FF2B5EF4-FFF2-40B4-BE49-F238E27FC236}">
                <a16:creationId xmlns:a16="http://schemas.microsoft.com/office/drawing/2014/main" id="{02291686-E0B3-C40E-FD45-FAA0EA129DCF}"/>
              </a:ext>
            </a:extLst>
          </p:cNvPr>
          <p:cNvGrpSpPr/>
          <p:nvPr/>
        </p:nvGrpSpPr>
        <p:grpSpPr>
          <a:xfrm>
            <a:off x="4364977" y="2864973"/>
            <a:ext cx="225720" cy="153720"/>
            <a:chOff x="4364977" y="2864973"/>
            <a:chExt cx="2257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0970FE2-913D-1314-2A7A-B19A76983076}"/>
                    </a:ext>
                  </a:extLst>
                </p14:cNvPr>
                <p14:cNvContentPartPr/>
                <p14:nvPr/>
              </p14:nvContentPartPr>
              <p14:xfrm>
                <a:off x="4364977" y="2864973"/>
                <a:ext cx="96120" cy="1425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0970FE2-913D-1314-2A7A-B19A7698307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358857" y="2858853"/>
                  <a:ext cx="108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8D6F631-3C09-BFF2-F383-1B0F85F0BE2D}"/>
                    </a:ext>
                  </a:extLst>
                </p14:cNvPr>
                <p14:cNvContentPartPr/>
                <p14:nvPr/>
              </p14:nvContentPartPr>
              <p14:xfrm>
                <a:off x="4441297" y="3018333"/>
                <a:ext cx="149400" cy="3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8D6F631-3C09-BFF2-F383-1B0F85F0BE2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435177" y="3012213"/>
                  <a:ext cx="1616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B518EE04-94AE-6145-8E8F-ED55522FE9DC}"/>
                  </a:ext>
                </a:extLst>
              </p14:cNvPr>
              <p14:cNvContentPartPr/>
              <p14:nvPr/>
            </p14:nvContentPartPr>
            <p14:xfrm>
              <a:off x="5614177" y="2909253"/>
              <a:ext cx="217080" cy="1904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B518EE04-94AE-6145-8E8F-ED55522FE9DC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5608057" y="2903133"/>
                <a:ext cx="2293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3EA43176-52AD-48D0-822D-A1F2DA8A9998}"/>
                  </a:ext>
                </a:extLst>
              </p14:cNvPr>
              <p14:cNvContentPartPr/>
              <p14:nvPr/>
            </p14:nvContentPartPr>
            <p14:xfrm>
              <a:off x="9815377" y="2764173"/>
              <a:ext cx="174960" cy="21816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3EA43176-52AD-48D0-822D-A1F2DA8A9998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809257" y="2758053"/>
                <a:ext cx="1872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9BE34680-7BE6-B3C4-9E03-D1C39F8ED824}"/>
                  </a:ext>
                </a:extLst>
              </p14:cNvPr>
              <p14:cNvContentPartPr/>
              <p14:nvPr/>
            </p14:nvContentPartPr>
            <p14:xfrm>
              <a:off x="6125017" y="5023533"/>
              <a:ext cx="3373200" cy="54072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9BE34680-7BE6-B3C4-9E03-D1C39F8ED82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6118897" y="5017413"/>
                <a:ext cx="3385440" cy="55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3" name="Group 402">
            <a:extLst>
              <a:ext uri="{FF2B5EF4-FFF2-40B4-BE49-F238E27FC236}">
                <a16:creationId xmlns:a16="http://schemas.microsoft.com/office/drawing/2014/main" id="{B124D7D2-B7E9-B85D-6C82-B3E33DD7275A}"/>
              </a:ext>
            </a:extLst>
          </p:cNvPr>
          <p:cNvGrpSpPr/>
          <p:nvPr/>
        </p:nvGrpSpPr>
        <p:grpSpPr>
          <a:xfrm>
            <a:off x="3159337" y="5053773"/>
            <a:ext cx="3199320" cy="1120320"/>
            <a:chOff x="3159337" y="5053773"/>
            <a:chExt cx="3199320" cy="11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D0D5172-4E05-A5CC-1EC8-CFF5FC342B67}"/>
                    </a:ext>
                  </a:extLst>
                </p14:cNvPr>
                <p14:cNvContentPartPr/>
                <p14:nvPr/>
              </p14:nvContentPartPr>
              <p14:xfrm>
                <a:off x="3696097" y="5122533"/>
                <a:ext cx="20520" cy="3938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D0D5172-4E05-A5CC-1EC8-CFF5FC342B6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689977" y="5116413"/>
                  <a:ext cx="327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8719062-2B0C-DED0-C498-7D699BF1FDAC}"/>
                    </a:ext>
                  </a:extLst>
                </p14:cNvPr>
                <p14:cNvContentPartPr/>
                <p14:nvPr/>
              </p14:nvContentPartPr>
              <p14:xfrm>
                <a:off x="5622817" y="5053773"/>
                <a:ext cx="11520" cy="3236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8719062-2B0C-DED0-C498-7D699BF1FDA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616697" y="5047653"/>
                  <a:ext cx="237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C3CC2702-D501-CF97-6507-B0BAC43463CA}"/>
                    </a:ext>
                  </a:extLst>
                </p14:cNvPr>
                <p14:cNvContentPartPr/>
                <p14:nvPr/>
              </p14:nvContentPartPr>
              <p14:xfrm>
                <a:off x="3961777" y="5319093"/>
                <a:ext cx="1648440" cy="2059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C3CC2702-D501-CF97-6507-B0BAC43463C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955657" y="5312973"/>
                  <a:ext cx="1660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1188BF4-7675-1060-216B-7CF67FE9882A}"/>
                    </a:ext>
                  </a:extLst>
                </p14:cNvPr>
                <p14:cNvContentPartPr/>
                <p14:nvPr/>
              </p14:nvContentPartPr>
              <p14:xfrm>
                <a:off x="4247257" y="5554893"/>
                <a:ext cx="2160" cy="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1188BF4-7675-1060-216B-7CF67FE9882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241137" y="554877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C8B96F7-026E-81BA-5D8A-530A9C63956C}"/>
                    </a:ext>
                  </a:extLst>
                </p14:cNvPr>
                <p14:cNvContentPartPr/>
                <p14:nvPr/>
              </p14:nvContentPartPr>
              <p14:xfrm>
                <a:off x="4542097" y="5564973"/>
                <a:ext cx="40680" cy="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C8B96F7-026E-81BA-5D8A-530A9C63956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535977" y="5558853"/>
                  <a:ext cx="52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AB926C0-ABA5-4674-1D5D-74F75D098180}"/>
                    </a:ext>
                  </a:extLst>
                </p14:cNvPr>
                <p14:cNvContentPartPr/>
                <p14:nvPr/>
              </p14:nvContentPartPr>
              <p14:xfrm>
                <a:off x="4895977" y="5574693"/>
                <a:ext cx="360" cy="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AB926C0-ABA5-4674-1D5D-74F75D09818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889857" y="556857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009F179-F840-3917-3BDD-3C8FE6BF6BFE}"/>
                    </a:ext>
                  </a:extLst>
                </p14:cNvPr>
                <p14:cNvContentPartPr/>
                <p14:nvPr/>
              </p14:nvContentPartPr>
              <p14:xfrm>
                <a:off x="4975177" y="5574693"/>
                <a:ext cx="98640" cy="208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009F179-F840-3917-3BDD-3C8FE6BF6BF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969057" y="5568573"/>
                  <a:ext cx="110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428D484-90AD-68C9-2B7B-4E2CCD404465}"/>
                    </a:ext>
                  </a:extLst>
                </p14:cNvPr>
                <p14:cNvContentPartPr/>
                <p14:nvPr/>
              </p14:nvContentPartPr>
              <p14:xfrm>
                <a:off x="5456857" y="5623653"/>
                <a:ext cx="2160" cy="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428D484-90AD-68C9-2B7B-4E2CCD40446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450737" y="561753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FB6E60B9-A630-4658-DC7A-AA38BFB4F0D1}"/>
                    </a:ext>
                  </a:extLst>
                </p14:cNvPr>
                <p14:cNvContentPartPr/>
                <p14:nvPr/>
              </p14:nvContentPartPr>
              <p14:xfrm>
                <a:off x="5702377" y="5633373"/>
                <a:ext cx="45000" cy="64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FB6E60B9-A630-4658-DC7A-AA38BFB4F0D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696257" y="5627253"/>
                  <a:ext cx="57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4C328124-2385-EE70-E80C-BE30EEFF2D12}"/>
                    </a:ext>
                  </a:extLst>
                </p14:cNvPr>
                <p14:cNvContentPartPr/>
                <p14:nvPr/>
              </p14:nvContentPartPr>
              <p14:xfrm>
                <a:off x="3316657" y="5505933"/>
                <a:ext cx="3042000" cy="3844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4C328124-2385-EE70-E80C-BE30EEFF2D1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310537" y="5499813"/>
                  <a:ext cx="3054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7243665-E31C-0EAB-5F91-ACC06D888F4B}"/>
                    </a:ext>
                  </a:extLst>
                </p14:cNvPr>
                <p14:cNvContentPartPr/>
                <p14:nvPr/>
              </p14:nvContentPartPr>
              <p14:xfrm>
                <a:off x="3159337" y="5494413"/>
                <a:ext cx="341280" cy="256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7243665-E31C-0EAB-5F91-ACC06D888F4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153217" y="5488293"/>
                  <a:ext cx="353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4683859-CED3-BE8C-9AB7-3237E19A8C69}"/>
                    </a:ext>
                  </a:extLst>
                </p14:cNvPr>
                <p14:cNvContentPartPr/>
                <p14:nvPr/>
              </p14:nvContentPartPr>
              <p14:xfrm>
                <a:off x="4473337" y="5899413"/>
                <a:ext cx="29520" cy="2746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4683859-CED3-BE8C-9AB7-3237E19A8C6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467217" y="5893293"/>
                  <a:ext cx="417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21F5D8E-A293-BF81-7CC0-FEE6C45156F9}"/>
                    </a:ext>
                  </a:extLst>
                </p14:cNvPr>
                <p14:cNvContentPartPr/>
                <p14:nvPr/>
              </p14:nvContentPartPr>
              <p14:xfrm>
                <a:off x="3722017" y="5613933"/>
                <a:ext cx="18360" cy="734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21F5D8E-A293-BF81-7CC0-FEE6C45156F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715897" y="5607813"/>
                  <a:ext cx="30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3429940C-CD28-9A1D-0957-EFEE4CFAB3A7}"/>
                    </a:ext>
                  </a:extLst>
                </p14:cNvPr>
                <p14:cNvContentPartPr/>
                <p14:nvPr/>
              </p14:nvContentPartPr>
              <p14:xfrm>
                <a:off x="3824617" y="5615733"/>
                <a:ext cx="77040" cy="579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3429940C-CD28-9A1D-0957-EFEE4CFAB3A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818497" y="5609613"/>
                  <a:ext cx="89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0B25544-DE78-BA90-458F-4732C6DFD97B}"/>
                    </a:ext>
                  </a:extLst>
                </p14:cNvPr>
                <p14:cNvContentPartPr/>
                <p14:nvPr/>
              </p14:nvContentPartPr>
              <p14:xfrm>
                <a:off x="4159057" y="5633373"/>
                <a:ext cx="2160" cy="3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0B25544-DE78-BA90-458F-4732C6DFD97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152937" y="562725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4163AF0D-DD22-FA70-A90D-A9316049DF4B}"/>
                    </a:ext>
                  </a:extLst>
                </p14:cNvPr>
                <p14:cNvContentPartPr/>
                <p14:nvPr/>
              </p14:nvContentPartPr>
              <p14:xfrm>
                <a:off x="4326097" y="5653533"/>
                <a:ext cx="2160" cy="3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4163AF0D-DD22-FA70-A90D-A9316049DF4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319977" y="564741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D6773727-328D-42D4-2D88-FEDBFF895298}"/>
                    </a:ext>
                  </a:extLst>
                </p14:cNvPr>
                <p14:cNvContentPartPr/>
                <p14:nvPr/>
              </p14:nvContentPartPr>
              <p14:xfrm>
                <a:off x="4493497" y="5663253"/>
                <a:ext cx="2160" cy="3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D6773727-328D-42D4-2D88-FEDBFF89529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487377" y="565713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9198162D-D336-B7F2-DD57-1C2DDA07CFE4}"/>
                    </a:ext>
                  </a:extLst>
                </p14:cNvPr>
                <p14:cNvContentPartPr/>
                <p14:nvPr/>
              </p14:nvContentPartPr>
              <p14:xfrm>
                <a:off x="4640737" y="5672973"/>
                <a:ext cx="2160" cy="3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9198162D-D336-B7F2-DD57-1C2DDA07CFE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634617" y="566685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DB78AD4-54DF-8191-4B01-E4F2C7CC0898}"/>
                    </a:ext>
                  </a:extLst>
                </p14:cNvPr>
                <p14:cNvContentPartPr/>
                <p14:nvPr/>
              </p14:nvContentPartPr>
              <p14:xfrm>
                <a:off x="5966977" y="5647413"/>
                <a:ext cx="77400" cy="964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DB78AD4-54DF-8191-4B01-E4F2C7CC089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960857" y="5641293"/>
                  <a:ext cx="89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C663619-63C2-BF67-A15D-BEDE40094700}"/>
                    </a:ext>
                  </a:extLst>
                </p14:cNvPr>
                <p14:cNvContentPartPr/>
                <p14:nvPr/>
              </p14:nvContentPartPr>
              <p14:xfrm>
                <a:off x="3863857" y="5682333"/>
                <a:ext cx="87480" cy="104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C663619-63C2-BF67-A15D-BEDE4009470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857737" y="5676213"/>
                  <a:ext cx="99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CA7955D-0483-F494-9A6F-8BD314F8F9C7}"/>
                    </a:ext>
                  </a:extLst>
                </p14:cNvPr>
                <p14:cNvContentPartPr/>
                <p14:nvPr/>
              </p14:nvContentPartPr>
              <p14:xfrm>
                <a:off x="4417177" y="5672973"/>
                <a:ext cx="108000" cy="1562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CA7955D-0483-F494-9A6F-8BD314F8F9C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411057" y="5666853"/>
                  <a:ext cx="120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E0306BB-E929-0E71-35B0-E91A96DD00E8}"/>
                    </a:ext>
                  </a:extLst>
                </p14:cNvPr>
                <p14:cNvContentPartPr/>
                <p14:nvPr/>
              </p14:nvContentPartPr>
              <p14:xfrm>
                <a:off x="4611217" y="5712573"/>
                <a:ext cx="149760" cy="85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E0306BB-E929-0E71-35B0-E91A96DD00E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605097" y="5706453"/>
                  <a:ext cx="162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DE0A8A0-3EEF-7DF8-99AE-059DA935343C}"/>
                    </a:ext>
                  </a:extLst>
                </p14:cNvPr>
                <p14:cNvContentPartPr/>
                <p14:nvPr/>
              </p14:nvContentPartPr>
              <p14:xfrm>
                <a:off x="4640737" y="5678373"/>
                <a:ext cx="39600" cy="1116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DE0A8A0-3EEF-7DF8-99AE-059DA935343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634617" y="5672253"/>
                  <a:ext cx="51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49C01B5-53BC-E5C7-CC78-36E5F8724C8A}"/>
                    </a:ext>
                  </a:extLst>
                </p14:cNvPr>
                <p14:cNvContentPartPr/>
                <p14:nvPr/>
              </p14:nvContentPartPr>
              <p14:xfrm>
                <a:off x="4847377" y="5690253"/>
                <a:ext cx="20160" cy="1101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49C01B5-53BC-E5C7-CC78-36E5F8724C8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841257" y="5684133"/>
                  <a:ext cx="3240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C74DD8D6-382E-F996-A6D2-A9161A44ED2A}"/>
                  </a:ext>
                </a:extLst>
              </p14:cNvPr>
              <p14:cNvContentPartPr/>
              <p14:nvPr/>
            </p14:nvContentPartPr>
            <p14:xfrm>
              <a:off x="3972217" y="5102733"/>
              <a:ext cx="1632240" cy="126936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C74DD8D6-382E-F996-A6D2-A9161A44ED2A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3966097" y="5096613"/>
                <a:ext cx="1644480" cy="128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4" name="Group 413">
            <a:extLst>
              <a:ext uri="{FF2B5EF4-FFF2-40B4-BE49-F238E27FC236}">
                <a16:creationId xmlns:a16="http://schemas.microsoft.com/office/drawing/2014/main" id="{9B40DC3F-958B-9FA5-DA02-C884A73A7282}"/>
              </a:ext>
            </a:extLst>
          </p:cNvPr>
          <p:cNvGrpSpPr/>
          <p:nvPr/>
        </p:nvGrpSpPr>
        <p:grpSpPr>
          <a:xfrm>
            <a:off x="5299177" y="4994733"/>
            <a:ext cx="4475520" cy="1496520"/>
            <a:chOff x="5299177" y="4994733"/>
            <a:chExt cx="4475520" cy="149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14C460A-6810-7EE8-00BB-352FD4AE7143}"/>
                    </a:ext>
                  </a:extLst>
                </p14:cNvPr>
                <p14:cNvContentPartPr/>
                <p14:nvPr/>
              </p14:nvContentPartPr>
              <p14:xfrm>
                <a:off x="5750617" y="4994733"/>
                <a:ext cx="178560" cy="1335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14C460A-6810-7EE8-00BB-352FD4AE714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744497" y="4988613"/>
                  <a:ext cx="190800" cy="13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394886E-8D3B-F27F-146A-D0738118D979}"/>
                    </a:ext>
                  </a:extLst>
                </p14:cNvPr>
                <p14:cNvContentPartPr/>
                <p14:nvPr/>
              </p14:nvContentPartPr>
              <p14:xfrm>
                <a:off x="6773377" y="5073213"/>
                <a:ext cx="3001320" cy="11595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394886E-8D3B-F27F-146A-D0738118D97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767257" y="5067093"/>
                  <a:ext cx="3013560" cy="11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0BE08DF-60A8-0627-BAA4-BB62AEF07DBC}"/>
                    </a:ext>
                  </a:extLst>
                </p14:cNvPr>
                <p14:cNvContentPartPr/>
                <p14:nvPr/>
              </p14:nvContentPartPr>
              <p14:xfrm>
                <a:off x="5299177" y="6282093"/>
                <a:ext cx="1859760" cy="500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0BE08DF-60A8-0627-BAA4-BB62AEF07DB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293057" y="6275973"/>
                  <a:ext cx="1872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4843392B-0C31-F6FC-46FA-A6E0CBAA3B74}"/>
                    </a:ext>
                  </a:extLst>
                </p14:cNvPr>
                <p14:cNvContentPartPr/>
                <p14:nvPr/>
              </p14:nvContentPartPr>
              <p14:xfrm>
                <a:off x="5319337" y="6302613"/>
                <a:ext cx="1888560" cy="1886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4843392B-0C31-F6FC-46FA-A6E0CBAA3B7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313217" y="6296493"/>
                  <a:ext cx="1900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5D6591A-D9BB-3F04-1A77-1E63B2CE266F}"/>
                    </a:ext>
                  </a:extLst>
                </p14:cNvPr>
                <p14:cNvContentPartPr/>
                <p14:nvPr/>
              </p14:nvContentPartPr>
              <p14:xfrm>
                <a:off x="6292417" y="6380733"/>
                <a:ext cx="103320" cy="1062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5D6591A-D9BB-3F04-1A77-1E63B2CE266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286297" y="6374613"/>
                  <a:ext cx="1155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7A56005-D17C-7656-7AE4-3328F406EBB1}"/>
                    </a:ext>
                  </a:extLst>
                </p14:cNvPr>
                <p14:cNvContentPartPr/>
                <p14:nvPr/>
              </p14:nvContentPartPr>
              <p14:xfrm>
                <a:off x="6420217" y="6371373"/>
                <a:ext cx="120600" cy="442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7A56005-D17C-7656-7AE4-3328F406EBB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14097" y="6365253"/>
                  <a:ext cx="132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82E9FC0-A16C-2BEA-C973-5519503A1326}"/>
                    </a:ext>
                  </a:extLst>
                </p14:cNvPr>
                <p14:cNvContentPartPr/>
                <p14:nvPr/>
              </p14:nvContentPartPr>
              <p14:xfrm>
                <a:off x="6499417" y="6339333"/>
                <a:ext cx="10080" cy="1000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82E9FC0-A16C-2BEA-C973-5519503A132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493297" y="6333213"/>
                  <a:ext cx="22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BBC9277-3124-53FB-59FC-BD791630A7AD}"/>
                    </a:ext>
                  </a:extLst>
                </p14:cNvPr>
                <p14:cNvContentPartPr/>
                <p14:nvPr/>
              </p14:nvContentPartPr>
              <p14:xfrm>
                <a:off x="6577537" y="6341493"/>
                <a:ext cx="46800" cy="975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BBC9277-3124-53FB-59FC-BD791630A7A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571417" y="6335373"/>
                  <a:ext cx="5904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80FC9E36-6E26-B4F2-34FA-1D3AAAFF14C5}"/>
              </a:ext>
            </a:extLst>
          </p:cNvPr>
          <p:cNvGrpSpPr/>
          <p:nvPr/>
        </p:nvGrpSpPr>
        <p:grpSpPr>
          <a:xfrm>
            <a:off x="7836097" y="6479373"/>
            <a:ext cx="479160" cy="16200"/>
            <a:chOff x="7836097" y="6479373"/>
            <a:chExt cx="479160" cy="1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9398E102-FB66-B9AB-6388-D7477EDAB78E}"/>
                    </a:ext>
                  </a:extLst>
                </p14:cNvPr>
                <p14:cNvContentPartPr/>
                <p14:nvPr/>
              </p14:nvContentPartPr>
              <p14:xfrm>
                <a:off x="7836097" y="6489093"/>
                <a:ext cx="10080" cy="3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9398E102-FB66-B9AB-6388-D7477EDAB78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829977" y="6482973"/>
                  <a:ext cx="22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0217ED89-88A8-50BE-60B7-E84CFAF202D8}"/>
                    </a:ext>
                  </a:extLst>
                </p14:cNvPr>
                <p14:cNvContentPartPr/>
                <p14:nvPr/>
              </p14:nvContentPartPr>
              <p14:xfrm>
                <a:off x="8062177" y="6489093"/>
                <a:ext cx="30600" cy="6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0217ED89-88A8-50BE-60B7-E84CFAF202D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056057" y="6482973"/>
                  <a:ext cx="42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22DF41F5-AAB2-77A0-AF31-EE656E1EA8B2}"/>
                    </a:ext>
                  </a:extLst>
                </p14:cNvPr>
                <p14:cNvContentPartPr/>
                <p14:nvPr/>
              </p14:nvContentPartPr>
              <p14:xfrm>
                <a:off x="8278897" y="6479373"/>
                <a:ext cx="36360" cy="36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22DF41F5-AAB2-77A0-AF31-EE656E1EA8B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272777" y="6473253"/>
                  <a:ext cx="48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4D2D816A-76A3-148A-531C-79CD2203A59D}"/>
              </a:ext>
            </a:extLst>
          </p:cNvPr>
          <p:cNvGrpSpPr/>
          <p:nvPr/>
        </p:nvGrpSpPr>
        <p:grpSpPr>
          <a:xfrm>
            <a:off x="8770297" y="6381093"/>
            <a:ext cx="745560" cy="49320"/>
            <a:chOff x="8770297" y="6381093"/>
            <a:chExt cx="745560" cy="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D81F73AA-FB98-D3F1-C0EF-1679687D737C}"/>
                    </a:ext>
                  </a:extLst>
                </p14:cNvPr>
                <p14:cNvContentPartPr/>
                <p14:nvPr/>
              </p14:nvContentPartPr>
              <p14:xfrm>
                <a:off x="8770297" y="6430053"/>
                <a:ext cx="10080" cy="3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D81F73AA-FB98-D3F1-C0EF-1679687D737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764177" y="6423933"/>
                  <a:ext cx="22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E4594C9-2271-4D78-4256-BBB671CF4DB6}"/>
                    </a:ext>
                  </a:extLst>
                </p14:cNvPr>
                <p14:cNvContentPartPr/>
                <p14:nvPr/>
              </p14:nvContentPartPr>
              <p14:xfrm>
                <a:off x="9025537" y="6400533"/>
                <a:ext cx="18360" cy="3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E4594C9-2271-4D78-4256-BBB671CF4DB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019417" y="6394413"/>
                  <a:ext cx="30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C79866E-9F28-4AEF-E2B3-EF52D359AB9B}"/>
                    </a:ext>
                  </a:extLst>
                </p14:cNvPr>
                <p14:cNvContentPartPr/>
                <p14:nvPr/>
              </p14:nvContentPartPr>
              <p14:xfrm>
                <a:off x="9202657" y="6390813"/>
                <a:ext cx="18360" cy="3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C79866E-9F28-4AEF-E2B3-EF52D359AB9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196537" y="6384693"/>
                  <a:ext cx="30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C46956F-F348-5765-5149-F959CFDC9069}"/>
                    </a:ext>
                  </a:extLst>
                </p14:cNvPr>
                <p14:cNvContentPartPr/>
                <p14:nvPr/>
              </p14:nvContentPartPr>
              <p14:xfrm>
                <a:off x="9448897" y="6381093"/>
                <a:ext cx="2160" cy="3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C46956F-F348-5765-5149-F959CFDC906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42777" y="6374973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6E6EE06-9A43-CAF7-4852-462788C92202}"/>
                    </a:ext>
                  </a:extLst>
                </p14:cNvPr>
                <p14:cNvContentPartPr/>
                <p14:nvPr/>
              </p14:nvContentPartPr>
              <p14:xfrm>
                <a:off x="9497497" y="6381093"/>
                <a:ext cx="18360" cy="3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6E6EE06-9A43-CAF7-4852-462788C9220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491377" y="6374973"/>
                  <a:ext cx="3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6CFE2407-4B89-A9E6-81F3-D981D1DC797F}"/>
              </a:ext>
            </a:extLst>
          </p:cNvPr>
          <p:cNvGrpSpPr/>
          <p:nvPr/>
        </p:nvGrpSpPr>
        <p:grpSpPr>
          <a:xfrm>
            <a:off x="10066297" y="6174813"/>
            <a:ext cx="395280" cy="274320"/>
            <a:chOff x="10066297" y="6174813"/>
            <a:chExt cx="39528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67FE8B3-2909-446B-60FD-C225498B0F89}"/>
                    </a:ext>
                  </a:extLst>
                </p14:cNvPr>
                <p14:cNvContentPartPr/>
                <p14:nvPr/>
              </p14:nvContentPartPr>
              <p14:xfrm>
                <a:off x="10066297" y="6222693"/>
                <a:ext cx="120240" cy="15624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67FE8B3-2909-446B-60FD-C225498B0F8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060177" y="6216573"/>
                  <a:ext cx="132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1975B04-998B-D588-ECC4-1C7AB7D125C9}"/>
                    </a:ext>
                  </a:extLst>
                </p14:cNvPr>
                <p14:cNvContentPartPr/>
                <p14:nvPr/>
              </p14:nvContentPartPr>
              <p14:xfrm>
                <a:off x="10127137" y="6341493"/>
                <a:ext cx="97560" cy="36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1975B04-998B-D588-ECC4-1C7AB7D125C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121017" y="6335373"/>
                  <a:ext cx="109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0819BCB-AD1B-517B-896B-B5D6853E9222}"/>
                    </a:ext>
                  </a:extLst>
                </p14:cNvPr>
                <p14:cNvContentPartPr/>
                <p14:nvPr/>
              </p14:nvContentPartPr>
              <p14:xfrm>
                <a:off x="10313617" y="6174813"/>
                <a:ext cx="147960" cy="1796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0819BCB-AD1B-517B-896B-B5D6853E922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307497" y="6168693"/>
                  <a:ext cx="160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9E5D2793-74A5-7CB7-A8B9-BBCA47188C78}"/>
                    </a:ext>
                  </a:extLst>
                </p14:cNvPr>
                <p14:cNvContentPartPr/>
                <p14:nvPr/>
              </p14:nvContentPartPr>
              <p14:xfrm>
                <a:off x="10423417" y="6281013"/>
                <a:ext cx="25920" cy="1681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9E5D2793-74A5-7CB7-A8B9-BBCA47188C7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417297" y="6274893"/>
                  <a:ext cx="3816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81113951-EB85-1F1A-71E3-CDE44D6EA2AC}"/>
              </a:ext>
            </a:extLst>
          </p:cNvPr>
          <p:cNvGrpSpPr/>
          <p:nvPr/>
        </p:nvGrpSpPr>
        <p:grpSpPr>
          <a:xfrm>
            <a:off x="10667857" y="6144933"/>
            <a:ext cx="508680" cy="227160"/>
            <a:chOff x="10667857" y="6144933"/>
            <a:chExt cx="50868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47D643C-EC3C-B0AF-6D96-296F5E0E27DB}"/>
                    </a:ext>
                  </a:extLst>
                </p14:cNvPr>
                <p14:cNvContentPartPr/>
                <p14:nvPr/>
              </p14:nvContentPartPr>
              <p14:xfrm>
                <a:off x="10667857" y="6233853"/>
                <a:ext cx="248040" cy="1382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47D643C-EC3C-B0AF-6D96-296F5E0E27D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661737" y="6227733"/>
                  <a:ext cx="260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11DE59D0-785C-DE6A-E585-6A5F2C137491}"/>
                    </a:ext>
                  </a:extLst>
                </p14:cNvPr>
                <p14:cNvContentPartPr/>
                <p14:nvPr/>
              </p14:nvContentPartPr>
              <p14:xfrm>
                <a:off x="10923817" y="6203973"/>
                <a:ext cx="80280" cy="15516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11DE59D0-785C-DE6A-E585-6A5F2C13749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917697" y="6197853"/>
                  <a:ext cx="92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1EA1B1EC-EAE5-9D7A-77F8-B4ABDF5C54C3}"/>
                    </a:ext>
                  </a:extLst>
                </p14:cNvPr>
                <p14:cNvContentPartPr/>
                <p14:nvPr/>
              </p14:nvContentPartPr>
              <p14:xfrm>
                <a:off x="11021737" y="6194253"/>
                <a:ext cx="154800" cy="1112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1EA1B1EC-EAE5-9D7A-77F8-B4ABDF5C54C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015617" y="6188133"/>
                  <a:ext cx="167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475E513-9DCC-5B79-47C3-2903995FCC57}"/>
                    </a:ext>
                  </a:extLst>
                </p14:cNvPr>
                <p14:cNvContentPartPr/>
                <p14:nvPr/>
              </p14:nvContentPartPr>
              <p14:xfrm>
                <a:off x="11080057" y="6144933"/>
                <a:ext cx="50400" cy="2264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475E513-9DCC-5B79-47C3-2903995FCC5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073937" y="6138813"/>
                  <a:ext cx="62640" cy="23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FA3BC54B-C66D-8ED8-3B26-1AA14A5E84A0}"/>
                  </a:ext>
                </a:extLst>
              </p14:cNvPr>
              <p14:cNvContentPartPr/>
              <p14:nvPr/>
            </p14:nvContentPartPr>
            <p14:xfrm>
              <a:off x="4984897" y="5132253"/>
              <a:ext cx="4191120" cy="85068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FA3BC54B-C66D-8ED8-3B26-1AA14A5E84A0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4978777" y="5126133"/>
                <a:ext cx="4203360" cy="86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5" name="Group 444">
            <a:extLst>
              <a:ext uri="{FF2B5EF4-FFF2-40B4-BE49-F238E27FC236}">
                <a16:creationId xmlns:a16="http://schemas.microsoft.com/office/drawing/2014/main" id="{E9BB4ED4-20F3-7FEC-2B37-FCF785E02F3F}"/>
              </a:ext>
            </a:extLst>
          </p:cNvPr>
          <p:cNvGrpSpPr/>
          <p:nvPr/>
        </p:nvGrpSpPr>
        <p:grpSpPr>
          <a:xfrm>
            <a:off x="6901897" y="4965213"/>
            <a:ext cx="4142520" cy="1142640"/>
            <a:chOff x="6901897" y="4965213"/>
            <a:chExt cx="4142520" cy="11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A92C9D4-9B00-92E1-3CB1-469AAB7F8A9A}"/>
                    </a:ext>
                  </a:extLst>
                </p14:cNvPr>
                <p14:cNvContentPartPr/>
                <p14:nvPr/>
              </p14:nvContentPartPr>
              <p14:xfrm>
                <a:off x="6901897" y="4965213"/>
                <a:ext cx="2818080" cy="9072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A92C9D4-9B00-92E1-3CB1-469AAB7F8A9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895777" y="4959093"/>
                  <a:ext cx="2830320" cy="9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5F048490-5614-65D9-115B-69072573AB8D}"/>
                    </a:ext>
                  </a:extLst>
                </p14:cNvPr>
                <p14:cNvContentPartPr/>
                <p14:nvPr/>
              </p14:nvContentPartPr>
              <p14:xfrm>
                <a:off x="10756417" y="5069253"/>
                <a:ext cx="29880" cy="5940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5F048490-5614-65D9-115B-69072573AB8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750297" y="5063133"/>
                  <a:ext cx="4212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FE14BBE8-AE0F-9F81-90DE-5A187009CE0A}"/>
                    </a:ext>
                  </a:extLst>
                </p14:cNvPr>
                <p14:cNvContentPartPr/>
                <p14:nvPr/>
              </p14:nvContentPartPr>
              <p14:xfrm>
                <a:off x="8730697" y="5806893"/>
                <a:ext cx="2313720" cy="3009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FE14BBE8-AE0F-9F81-90DE-5A187009CE0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724577" y="5800773"/>
                  <a:ext cx="2325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B01BCFED-D90B-BBA7-7469-BE78A1AA3E83}"/>
                    </a:ext>
                  </a:extLst>
                </p14:cNvPr>
                <p14:cNvContentPartPr/>
                <p14:nvPr/>
              </p14:nvContentPartPr>
              <p14:xfrm>
                <a:off x="10760017" y="5505933"/>
                <a:ext cx="25920" cy="2844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B01BCFED-D90B-BBA7-7469-BE78A1AA3E8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753897" y="5499813"/>
                  <a:ext cx="38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5FD06FE-A87A-A6D0-D5AD-665F898B2F2E}"/>
                    </a:ext>
                  </a:extLst>
                </p14:cNvPr>
                <p14:cNvContentPartPr/>
                <p14:nvPr/>
              </p14:nvContentPartPr>
              <p14:xfrm>
                <a:off x="9950017" y="5735973"/>
                <a:ext cx="27000" cy="64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5FD06FE-A87A-A6D0-D5AD-665F898B2F2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943897" y="5729853"/>
                  <a:ext cx="39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C45C450-FAA7-682C-48BD-311093432E95}"/>
                    </a:ext>
                  </a:extLst>
                </p14:cNvPr>
                <p14:cNvContentPartPr/>
                <p14:nvPr/>
              </p14:nvContentPartPr>
              <p14:xfrm>
                <a:off x="10038937" y="5682693"/>
                <a:ext cx="88920" cy="3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C45C450-FAA7-682C-48BD-311093432E9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032817" y="5676573"/>
                  <a:ext cx="101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6B3CC7CA-BABA-1C3E-DAAE-4C2EEEC4E790}"/>
                    </a:ext>
                  </a:extLst>
                </p14:cNvPr>
                <p14:cNvContentPartPr/>
                <p14:nvPr/>
              </p14:nvContentPartPr>
              <p14:xfrm>
                <a:off x="10313617" y="5667213"/>
                <a:ext cx="10440" cy="64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6B3CC7CA-BABA-1C3E-DAAE-4C2EEEC4E79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307497" y="5661093"/>
                  <a:ext cx="2268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618162A6-C231-CA65-8566-9D02A39647F6}"/>
              </a:ext>
            </a:extLst>
          </p:cNvPr>
          <p:cNvGrpSpPr/>
          <p:nvPr/>
        </p:nvGrpSpPr>
        <p:grpSpPr>
          <a:xfrm>
            <a:off x="9818257" y="5896893"/>
            <a:ext cx="329400" cy="155880"/>
            <a:chOff x="9818257" y="5896893"/>
            <a:chExt cx="3294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AB2F55DF-FDA7-1B3B-3B52-55E58DEB82E3}"/>
                    </a:ext>
                  </a:extLst>
                </p14:cNvPr>
                <p14:cNvContentPartPr/>
                <p14:nvPr/>
              </p14:nvContentPartPr>
              <p14:xfrm>
                <a:off x="9818257" y="5957733"/>
                <a:ext cx="81360" cy="950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AB2F55DF-FDA7-1B3B-3B52-55E58DEB82E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812137" y="5951613"/>
                  <a:ext cx="93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EC4F3625-820C-1607-9037-4BD6C88FAD02}"/>
                    </a:ext>
                  </a:extLst>
                </p14:cNvPr>
                <p14:cNvContentPartPr/>
                <p14:nvPr/>
              </p14:nvContentPartPr>
              <p14:xfrm>
                <a:off x="9930577" y="5948373"/>
                <a:ext cx="97920" cy="475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EC4F3625-820C-1607-9037-4BD6C88FAD02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924457" y="5942253"/>
                  <a:ext cx="110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A0224EAD-C2DC-66AB-0E05-E573859A2CAE}"/>
                    </a:ext>
                  </a:extLst>
                </p14:cNvPr>
                <p14:cNvContentPartPr/>
                <p14:nvPr/>
              </p14:nvContentPartPr>
              <p14:xfrm>
                <a:off x="9988897" y="5916693"/>
                <a:ext cx="50040" cy="1090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A0224EAD-C2DC-66AB-0E05-E573859A2CAE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982777" y="5910573"/>
                  <a:ext cx="62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EC326FA7-88B0-2B1C-060D-4A570238E55A}"/>
                    </a:ext>
                  </a:extLst>
                </p14:cNvPr>
                <p14:cNvContentPartPr/>
                <p14:nvPr/>
              </p14:nvContentPartPr>
              <p14:xfrm>
                <a:off x="10117417" y="5896893"/>
                <a:ext cx="30240" cy="1299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EC326FA7-88B0-2B1C-060D-4A570238E55A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111297" y="5890773"/>
                  <a:ext cx="424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0DC5C917-41B0-1124-8CC5-8B2FA30E2F49}"/>
              </a:ext>
            </a:extLst>
          </p:cNvPr>
          <p:cNvGrpSpPr/>
          <p:nvPr/>
        </p:nvGrpSpPr>
        <p:grpSpPr>
          <a:xfrm>
            <a:off x="1530697" y="3785133"/>
            <a:ext cx="1497600" cy="1141920"/>
            <a:chOff x="1530697" y="3785133"/>
            <a:chExt cx="1497600" cy="11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D70395FB-EDBF-28E2-B58E-5B2152CB107B}"/>
                    </a:ext>
                  </a:extLst>
                </p14:cNvPr>
                <p14:cNvContentPartPr/>
                <p14:nvPr/>
              </p14:nvContentPartPr>
              <p14:xfrm>
                <a:off x="2760817" y="3785133"/>
                <a:ext cx="267480" cy="11419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D70395FB-EDBF-28E2-B58E-5B2152CB107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754697" y="3779013"/>
                  <a:ext cx="279720" cy="11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92FE064-CBA8-D9F1-EE5F-25924398432F}"/>
                    </a:ext>
                  </a:extLst>
                </p14:cNvPr>
                <p14:cNvContentPartPr/>
                <p14:nvPr/>
              </p14:nvContentPartPr>
              <p14:xfrm>
                <a:off x="2458777" y="4574253"/>
                <a:ext cx="255240" cy="4788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92FE064-CBA8-D9F1-EE5F-25924398432F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452657" y="4568133"/>
                  <a:ext cx="267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6135E73C-73D7-7F0E-4068-A7AB6C60FB33}"/>
                    </a:ext>
                  </a:extLst>
                </p14:cNvPr>
                <p14:cNvContentPartPr/>
                <p14:nvPr/>
              </p14:nvContentPartPr>
              <p14:xfrm>
                <a:off x="2430697" y="4493253"/>
                <a:ext cx="135720" cy="2322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6135E73C-73D7-7F0E-4068-A7AB6C60FB3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424577" y="4487133"/>
                  <a:ext cx="147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D29460E-D4FE-D8A4-C869-B24A2779DA83}"/>
                    </a:ext>
                  </a:extLst>
                </p14:cNvPr>
                <p14:cNvContentPartPr/>
                <p14:nvPr/>
              </p14:nvContentPartPr>
              <p14:xfrm>
                <a:off x="1530697" y="4375173"/>
                <a:ext cx="138240" cy="3268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D29460E-D4FE-D8A4-C869-B24A2779DA8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524577" y="4369053"/>
                  <a:ext cx="150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BFA7D495-F910-7F5F-0C72-0FDC58E867DB}"/>
                    </a:ext>
                  </a:extLst>
                </p14:cNvPr>
                <p14:cNvContentPartPr/>
                <p14:nvPr/>
              </p14:nvContentPartPr>
              <p14:xfrm>
                <a:off x="1815817" y="4394613"/>
                <a:ext cx="171360" cy="2595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BFA7D495-F910-7F5F-0C72-0FDC58E867D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809697" y="4388493"/>
                  <a:ext cx="183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F3C90C2-63DB-555E-E1B5-E97F8F12FD18}"/>
                    </a:ext>
                  </a:extLst>
                </p14:cNvPr>
                <p14:cNvContentPartPr/>
                <p14:nvPr/>
              </p14:nvContentPartPr>
              <p14:xfrm>
                <a:off x="2044057" y="4512693"/>
                <a:ext cx="40680" cy="137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F3C90C2-63DB-555E-E1B5-E97F8F12FD1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037937" y="4506573"/>
                  <a:ext cx="52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3F7E2A3-CBCC-1C30-ECC3-9CB646D56230}"/>
                    </a:ext>
                  </a:extLst>
                </p14:cNvPr>
                <p14:cNvContentPartPr/>
                <p14:nvPr/>
              </p14:nvContentPartPr>
              <p14:xfrm>
                <a:off x="2044777" y="4375533"/>
                <a:ext cx="48600" cy="464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3F7E2A3-CBCC-1C30-ECC3-9CB646D5623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038657" y="4369413"/>
                  <a:ext cx="60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AFE759E7-5D04-AAAA-98C3-5C33883A4A5E}"/>
                    </a:ext>
                  </a:extLst>
                </p14:cNvPr>
                <p14:cNvContentPartPr/>
                <p14:nvPr/>
              </p14:nvContentPartPr>
              <p14:xfrm>
                <a:off x="2182297" y="4247373"/>
                <a:ext cx="147240" cy="3470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AFE759E7-5D04-AAAA-98C3-5C33883A4A5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176177" y="4241253"/>
                  <a:ext cx="1594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18BBB29F-5A7D-6026-6186-58F1312D90BE}"/>
                    </a:ext>
                  </a:extLst>
                </p14:cNvPr>
                <p14:cNvContentPartPr/>
                <p14:nvPr/>
              </p14:nvContentPartPr>
              <p14:xfrm>
                <a:off x="2165737" y="4405773"/>
                <a:ext cx="193320" cy="194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18BBB29F-5A7D-6026-6186-58F1312D90B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159617" y="4399653"/>
                  <a:ext cx="2055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4A8A03E1-09EB-CEC3-E5CA-4F8F2BCD9377}"/>
              </a:ext>
            </a:extLst>
          </p:cNvPr>
          <p:cNvGrpSpPr/>
          <p:nvPr/>
        </p:nvGrpSpPr>
        <p:grpSpPr>
          <a:xfrm>
            <a:off x="1740217" y="5486133"/>
            <a:ext cx="1632600" cy="501840"/>
            <a:chOff x="1740217" y="5486133"/>
            <a:chExt cx="163260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8C20058A-6CA6-85FB-F51E-88BF8BCC4122}"/>
                    </a:ext>
                  </a:extLst>
                </p14:cNvPr>
                <p14:cNvContentPartPr/>
                <p14:nvPr/>
              </p14:nvContentPartPr>
              <p14:xfrm>
                <a:off x="2979337" y="5574693"/>
                <a:ext cx="275400" cy="702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8C20058A-6CA6-85FB-F51E-88BF8BCC412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973217" y="5568573"/>
                  <a:ext cx="287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2CCE1C57-C157-4DCA-D7E6-4FA0A321BD4A}"/>
                    </a:ext>
                  </a:extLst>
                </p14:cNvPr>
                <p14:cNvContentPartPr/>
                <p14:nvPr/>
              </p14:nvContentPartPr>
              <p14:xfrm>
                <a:off x="3147817" y="5672973"/>
                <a:ext cx="214560" cy="6588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2CCE1C57-C157-4DCA-D7E6-4FA0A321BD4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141697" y="5666853"/>
                  <a:ext cx="226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CDBECC0C-C063-CD39-4352-64F79ED7CA10}"/>
                    </a:ext>
                  </a:extLst>
                </p14:cNvPr>
                <p14:cNvContentPartPr/>
                <p14:nvPr/>
              </p14:nvContentPartPr>
              <p14:xfrm>
                <a:off x="3127657" y="5732013"/>
                <a:ext cx="245160" cy="1123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CDBECC0C-C063-CD39-4352-64F79ED7CA10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121537" y="5725893"/>
                  <a:ext cx="257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CFF1DE86-0F50-7E6D-D96F-2CBB83DCA7FA}"/>
                    </a:ext>
                  </a:extLst>
                </p14:cNvPr>
                <p14:cNvContentPartPr/>
                <p14:nvPr/>
              </p14:nvContentPartPr>
              <p14:xfrm>
                <a:off x="1740217" y="5742453"/>
                <a:ext cx="196200" cy="2455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CFF1DE86-0F50-7E6D-D96F-2CBB83DCA7F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734097" y="5736333"/>
                  <a:ext cx="208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03B3136-5C83-ABEC-3D90-7EB0A744D45D}"/>
                    </a:ext>
                  </a:extLst>
                </p14:cNvPr>
                <p14:cNvContentPartPr/>
                <p14:nvPr/>
              </p14:nvContentPartPr>
              <p14:xfrm>
                <a:off x="2035057" y="5841093"/>
                <a:ext cx="301320" cy="93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03B3136-5C83-ABEC-3D90-7EB0A744D45D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028937" y="5834973"/>
                  <a:ext cx="313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6CFE78E-924E-FD2F-28D2-3FC1AE9C6C55}"/>
                    </a:ext>
                  </a:extLst>
                </p14:cNvPr>
                <p14:cNvContentPartPr/>
                <p14:nvPr/>
              </p14:nvContentPartPr>
              <p14:xfrm>
                <a:off x="2310457" y="5618973"/>
                <a:ext cx="166680" cy="2610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6CFE78E-924E-FD2F-28D2-3FC1AE9C6C5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304337" y="5612853"/>
                  <a:ext cx="17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B2F8CB3-8806-6330-018E-E241C7D97377}"/>
                    </a:ext>
                  </a:extLst>
                </p14:cNvPr>
                <p14:cNvContentPartPr/>
                <p14:nvPr/>
              </p14:nvContentPartPr>
              <p14:xfrm>
                <a:off x="2566057" y="5781333"/>
                <a:ext cx="360" cy="1144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B2F8CB3-8806-6330-018E-E241C7D97377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2559937" y="5775213"/>
                  <a:ext cx="12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96158564-788F-81B2-AA5C-59ECE2C144FC}"/>
                    </a:ext>
                  </a:extLst>
                </p14:cNvPr>
                <p14:cNvContentPartPr/>
                <p14:nvPr/>
              </p14:nvContentPartPr>
              <p14:xfrm>
                <a:off x="2546617" y="5663253"/>
                <a:ext cx="360" cy="3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96158564-788F-81B2-AA5C-59ECE2C144F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540497" y="56571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9D2302F-7D95-87BD-312D-65A27EE9489B}"/>
                    </a:ext>
                  </a:extLst>
                </p14:cNvPr>
                <p14:cNvContentPartPr/>
                <p14:nvPr/>
              </p14:nvContentPartPr>
              <p14:xfrm>
                <a:off x="2723737" y="5486133"/>
                <a:ext cx="146880" cy="3474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9D2302F-7D95-87BD-312D-65A27EE9489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717617" y="5480013"/>
                  <a:ext cx="1591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48F53F42-3D23-7932-7FFD-11AFEFF8E713}"/>
                    </a:ext>
                  </a:extLst>
                </p14:cNvPr>
                <p14:cNvContentPartPr/>
                <p14:nvPr/>
              </p14:nvContentPartPr>
              <p14:xfrm>
                <a:off x="2679817" y="5674053"/>
                <a:ext cx="122760" cy="93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48F53F42-3D23-7932-7FFD-11AFEFF8E71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673697" y="5667933"/>
                  <a:ext cx="1350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6DEA6A47-B143-C83C-5E54-650BCB4FECC9}"/>
              </a:ext>
            </a:extLst>
          </p:cNvPr>
          <p:cNvGrpSpPr/>
          <p:nvPr/>
        </p:nvGrpSpPr>
        <p:grpSpPr>
          <a:xfrm>
            <a:off x="134977" y="6007053"/>
            <a:ext cx="4398120" cy="796680"/>
            <a:chOff x="134977" y="6007053"/>
            <a:chExt cx="4398120" cy="79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AA58217A-31BE-7F67-A900-3BC4788A0A11}"/>
                    </a:ext>
                  </a:extLst>
                </p14:cNvPr>
                <p14:cNvContentPartPr/>
                <p14:nvPr/>
              </p14:nvContentPartPr>
              <p14:xfrm>
                <a:off x="422977" y="6184533"/>
                <a:ext cx="30600" cy="2080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AA58217A-31BE-7F67-A900-3BC4788A0A1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16857" y="6178413"/>
                  <a:ext cx="42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5F5DED19-E7BD-EB18-DAD0-78764C286CBD}"/>
                    </a:ext>
                  </a:extLst>
                </p14:cNvPr>
                <p14:cNvContentPartPr/>
                <p14:nvPr/>
              </p14:nvContentPartPr>
              <p14:xfrm>
                <a:off x="284737" y="6108933"/>
                <a:ext cx="240120" cy="558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5F5DED19-E7BD-EB18-DAD0-78764C286CB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78617" y="6102813"/>
                  <a:ext cx="252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1891DE7-3CBE-3C09-DF69-5B44DCE21A16}"/>
                    </a:ext>
                  </a:extLst>
                </p14:cNvPr>
                <p14:cNvContentPartPr/>
                <p14:nvPr/>
              </p14:nvContentPartPr>
              <p14:xfrm>
                <a:off x="520537" y="6243573"/>
                <a:ext cx="86760" cy="1303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1891DE7-3CBE-3C09-DF69-5B44DCE21A1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514417" y="6237453"/>
                  <a:ext cx="99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F30CD90-4278-F3E2-4908-2D332372B7A0}"/>
                    </a:ext>
                  </a:extLst>
                </p14:cNvPr>
                <p14:cNvContentPartPr/>
                <p14:nvPr/>
              </p14:nvContentPartPr>
              <p14:xfrm>
                <a:off x="697657" y="6125493"/>
                <a:ext cx="59760" cy="2361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F30CD90-4278-F3E2-4908-2D332372B7A0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91537" y="6119373"/>
                  <a:ext cx="72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5DF6B09-5C89-F3C9-0596-1ABBCF5FD0E1}"/>
                    </a:ext>
                  </a:extLst>
                </p14:cNvPr>
                <p14:cNvContentPartPr/>
                <p14:nvPr/>
              </p14:nvContentPartPr>
              <p14:xfrm>
                <a:off x="638977" y="6227373"/>
                <a:ext cx="230040" cy="25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5DF6B09-5C89-F3C9-0596-1ABBCF5FD0E1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32857" y="6221253"/>
                  <a:ext cx="242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E21425B5-0D4C-A2A7-73F9-8532B933EC86}"/>
                    </a:ext>
                  </a:extLst>
                </p14:cNvPr>
                <p14:cNvContentPartPr/>
                <p14:nvPr/>
              </p14:nvContentPartPr>
              <p14:xfrm>
                <a:off x="835177" y="6242853"/>
                <a:ext cx="291960" cy="1454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E21425B5-0D4C-A2A7-73F9-8532B933EC86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29057" y="6236733"/>
                  <a:ext cx="304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51E5FD9-3460-EB67-ADFA-8F8BDF8106D4}"/>
                    </a:ext>
                  </a:extLst>
                </p14:cNvPr>
                <p14:cNvContentPartPr/>
                <p14:nvPr/>
              </p14:nvContentPartPr>
              <p14:xfrm>
                <a:off x="1051897" y="6104253"/>
                <a:ext cx="80280" cy="2865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51E5FD9-3460-EB67-ADFA-8F8BDF8106D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45777" y="6098133"/>
                  <a:ext cx="92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49032868-EC05-91EF-19FB-D6B04EF55290}"/>
                    </a:ext>
                  </a:extLst>
                </p14:cNvPr>
                <p14:cNvContentPartPr/>
                <p14:nvPr/>
              </p14:nvContentPartPr>
              <p14:xfrm>
                <a:off x="1268257" y="6251853"/>
                <a:ext cx="593640" cy="3096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49032868-EC05-91EF-19FB-D6B04EF55290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262137" y="6245733"/>
                  <a:ext cx="60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3B07BC5C-8BC1-5D72-22ED-A76D89251217}"/>
                    </a:ext>
                  </a:extLst>
                </p14:cNvPr>
                <p14:cNvContentPartPr/>
                <p14:nvPr/>
              </p14:nvContentPartPr>
              <p14:xfrm>
                <a:off x="1965937" y="6154293"/>
                <a:ext cx="158040" cy="3456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3B07BC5C-8BC1-5D72-22ED-A76D89251217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959817" y="6148173"/>
                  <a:ext cx="1702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3AE7B15-91B7-1485-C20D-6C43B945CEB4}"/>
                    </a:ext>
                  </a:extLst>
                </p14:cNvPr>
                <p14:cNvContentPartPr/>
                <p14:nvPr/>
              </p14:nvContentPartPr>
              <p14:xfrm>
                <a:off x="2261497" y="6299373"/>
                <a:ext cx="94680" cy="129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3AE7B15-91B7-1485-C20D-6C43B945CEB4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255377" y="6293253"/>
                  <a:ext cx="106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F38C8CD0-C921-3EF9-490A-9C62CCEADF6C}"/>
                    </a:ext>
                  </a:extLst>
                </p14:cNvPr>
                <p14:cNvContentPartPr/>
                <p14:nvPr/>
              </p14:nvContentPartPr>
              <p14:xfrm>
                <a:off x="2427817" y="6135213"/>
                <a:ext cx="160200" cy="2678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F38C8CD0-C921-3EF9-490A-9C62CCEADF6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421697" y="6129093"/>
                  <a:ext cx="172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D9FC8C02-BEAB-1561-0294-560693851E3E}"/>
                    </a:ext>
                  </a:extLst>
                </p14:cNvPr>
                <p14:cNvContentPartPr/>
                <p14:nvPr/>
              </p14:nvContentPartPr>
              <p14:xfrm>
                <a:off x="2733457" y="6282453"/>
                <a:ext cx="20880" cy="11700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D9FC8C02-BEAB-1561-0294-560693851E3E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727337" y="6276333"/>
                  <a:ext cx="33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65AED6CD-02AF-C9D8-14C5-99CF22DB6284}"/>
                    </a:ext>
                  </a:extLst>
                </p14:cNvPr>
                <p14:cNvContentPartPr/>
                <p14:nvPr/>
              </p14:nvContentPartPr>
              <p14:xfrm>
                <a:off x="2713297" y="6094173"/>
                <a:ext cx="360" cy="21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65AED6CD-02AF-C9D8-14C5-99CF22DB6284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707177" y="6088053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A93F9DCB-C5F6-AE88-92D3-483F9F087DD4}"/>
                    </a:ext>
                  </a:extLst>
                </p14:cNvPr>
                <p14:cNvContentPartPr/>
                <p14:nvPr/>
              </p14:nvContentPartPr>
              <p14:xfrm>
                <a:off x="2889697" y="6095613"/>
                <a:ext cx="89640" cy="3164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A93F9DCB-C5F6-AE88-92D3-483F9F087DD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883577" y="6089493"/>
                  <a:ext cx="101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FA991493-F6B7-1791-3FC6-6B2CBC169E55}"/>
                    </a:ext>
                  </a:extLst>
                </p14:cNvPr>
                <p14:cNvContentPartPr/>
                <p14:nvPr/>
              </p14:nvContentPartPr>
              <p14:xfrm>
                <a:off x="2851177" y="6252213"/>
                <a:ext cx="190440" cy="208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FA991493-F6B7-1791-3FC6-6B2CBC169E5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845057" y="6246093"/>
                  <a:ext cx="202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C3ECDD15-09CE-BD8C-6DD4-CA9600EF2DAB}"/>
                    </a:ext>
                  </a:extLst>
                </p14:cNvPr>
                <p14:cNvContentPartPr/>
                <p14:nvPr/>
              </p14:nvContentPartPr>
              <p14:xfrm>
                <a:off x="3286777" y="6350493"/>
                <a:ext cx="258840" cy="1389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C3ECDD15-09CE-BD8C-6DD4-CA9600EF2DAB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280657" y="6344373"/>
                  <a:ext cx="271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7F96B836-641B-FAAE-234C-CE59478ADD77}"/>
                    </a:ext>
                  </a:extLst>
                </p14:cNvPr>
                <p14:cNvContentPartPr/>
                <p14:nvPr/>
              </p14:nvContentPartPr>
              <p14:xfrm>
                <a:off x="3569377" y="6349053"/>
                <a:ext cx="698040" cy="27540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7F96B836-641B-FAAE-234C-CE59478ADD7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563257" y="6342933"/>
                  <a:ext cx="7102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5068FBF9-8563-D1B0-8BD5-EA61EEC46162}"/>
                    </a:ext>
                  </a:extLst>
                </p14:cNvPr>
                <p14:cNvContentPartPr/>
                <p14:nvPr/>
              </p14:nvContentPartPr>
              <p14:xfrm>
                <a:off x="134977" y="6007053"/>
                <a:ext cx="4398120" cy="7966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5068FBF9-8563-D1B0-8BD5-EA61EEC46162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28857" y="6000933"/>
                  <a:ext cx="4410360" cy="80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549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230e9df3-be65-4c73-a93b-d1236ebd677e"/>
    <ds:schemaRef ds:uri="16c05727-aa75-4e4a-9b5f-8a80a1165891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{0B7B06E8-BD25-4D72-8973-BF5AF20704DD}tf10001108_win32</Template>
  <TotalTime>65798</TotalTime>
  <Words>527</Words>
  <Application>Microsoft Office PowerPoint</Application>
  <PresentationFormat>Widescreen</PresentationFormat>
  <Paragraphs>63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Calibri</vt:lpstr>
      <vt:lpstr>Segoe UI</vt:lpstr>
      <vt:lpstr>Segoe UI Light</vt:lpstr>
      <vt:lpstr>Custom</vt:lpstr>
      <vt:lpstr>Open-Source Verilog &amp; GTKWave Tool</vt:lpstr>
      <vt:lpstr>Introduction</vt:lpstr>
      <vt:lpstr>Installing iverilog and Gtkwave</vt:lpstr>
      <vt:lpstr>File name extensions and simulation process</vt:lpstr>
      <vt:lpstr>Commands</vt:lpstr>
      <vt:lpstr>Verilog – Important points</vt:lpstr>
      <vt:lpstr>Appendix</vt:lpstr>
      <vt:lpstr>NMOS Transconductance Characterization (VDS is 1.8V and VGS is varied from 0V to 1.8V)</vt:lpstr>
      <vt:lpstr>Memory Architecture</vt:lpstr>
      <vt:lpstr>Memory Architecture : 512 words*74bits with mux8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GUNDU ANIL KUMAR</dc:creator>
  <cp:keywords/>
  <cp:lastModifiedBy>GUNDU ANIL KUMAR</cp:lastModifiedBy>
  <cp:revision>610</cp:revision>
  <dcterms:created xsi:type="dcterms:W3CDTF">2025-05-30T17:34:06Z</dcterms:created>
  <dcterms:modified xsi:type="dcterms:W3CDTF">2025-11-18T16:14:32Z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